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1.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2.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3.xml" ContentType="application/vnd.openxmlformats-officedocument.drawingml.chart+xml"/>
  <Override PartName="/ppt/slides/charts/chart4.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beb769acdba144be" /><Relationship Type="http://schemas.openxmlformats.org/officeDocument/2006/relationships/extended-properties" Target="/docProps/app.xml" Id="R94854e84d54e4fa6" /><Relationship Type="http://schemas.openxmlformats.org/officeDocument/2006/relationships/officeDocument" Target="/ppt/presentation.xml" Id="R18098597cd99466d" /></Relationships>
</file>

<file path=ppt/presentation.xml><?xml version="1.0" encoding="utf-8"?>
<p:presentation xmlns:p="http://schemas.openxmlformats.org/presentationml/2006/main">
  <p:sldMasterIdLst>
    <p:sldMasterId xmlns:r="http://schemas.openxmlformats.org/officeDocument/2006/relationships" id="2147483648" r:id="R92f0f7267c3d4b9d"/>
  </p:sldMasterIdLst>
  <p:notesMasterIdLst>
    <p:notesMasterId xmlns:r="http://schemas.openxmlformats.org/officeDocument/2006/relationships" r:id="R14232f8eaac943c3"/>
  </p:notesMasterIdLst>
  <p:sldIdLst>
    <p:sldId xmlns:r="http://schemas.openxmlformats.org/officeDocument/2006/relationships" id="256" r:id="R60ef7620f2d3434c"/>
    <p:sldId xmlns:r="http://schemas.openxmlformats.org/officeDocument/2006/relationships" id="257" r:id="R39be6457791a4be0"/>
    <p:sldId xmlns:r="http://schemas.openxmlformats.org/officeDocument/2006/relationships" id="258" r:id="R8e511885427348ff"/>
    <p:sldId xmlns:r="http://schemas.openxmlformats.org/officeDocument/2006/relationships" id="259" r:id="Rbe01e27492c34a91"/>
    <p:sldId xmlns:r="http://schemas.openxmlformats.org/officeDocument/2006/relationships" id="260" r:id="R560b78d1c232458c"/>
    <p:sldId xmlns:r="http://schemas.openxmlformats.org/officeDocument/2006/relationships" id="261" r:id="R5a7040742d804cc2"/>
    <p:sldId xmlns:r="http://schemas.openxmlformats.org/officeDocument/2006/relationships" id="262" r:id="R89a5d059c71f40e0"/>
    <p:sldId xmlns:r="http://schemas.openxmlformats.org/officeDocument/2006/relationships" id="263" r:id="Rc108de6a486b4246"/>
    <p:sldId xmlns:r="http://schemas.openxmlformats.org/officeDocument/2006/relationships" id="264" r:id="R2cc47b92dacf4f02"/>
    <p:sldId xmlns:r="http://schemas.openxmlformats.org/officeDocument/2006/relationships" id="265" r:id="Rc881df84d96543f5"/>
    <p:sldId xmlns:r="http://schemas.openxmlformats.org/officeDocument/2006/relationships" id="266" r:id="Rabfd0ad77a594166"/>
    <p:sldId xmlns:r="http://schemas.openxmlformats.org/officeDocument/2006/relationships" id="267" r:id="Ra88d35ed43804dba"/>
    <p:sldId xmlns:r="http://schemas.openxmlformats.org/officeDocument/2006/relationships" id="268" r:id="R5e3232f632dc429c"/>
    <p:sldId xmlns:r="http://schemas.openxmlformats.org/officeDocument/2006/relationships" id="269" r:id="Rc4fc68fc93f248fd"/>
    <p:sldId xmlns:r="http://schemas.openxmlformats.org/officeDocument/2006/relationships" id="270" r:id="Rdd04cbf3f43041b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341851b945d40d8" /><Relationship Type="http://schemas.openxmlformats.org/officeDocument/2006/relationships/slideMaster" Target="/ppt/slideMasters/slideMaster1.xml" Id="R92f0f7267c3d4b9d" /><Relationship Type="http://schemas.openxmlformats.org/officeDocument/2006/relationships/notesMaster" Target="/ppt/notesMasters/notesMaster1.xml" Id="R14232f8eaac943c3" /><Relationship Type="http://schemas.openxmlformats.org/officeDocument/2006/relationships/presProps" Target="/ppt/presProps.xml" Id="Rf011faea414b4772" /><Relationship Type="http://schemas.openxmlformats.org/officeDocument/2006/relationships/tableStyles" Target="/ppt/tableStyles.xml" Id="Rf4f6517fe8c147aa" /><Relationship Type="http://schemas.openxmlformats.org/officeDocument/2006/relationships/slide" Target="/ppt/slides/slide1.xml" Id="R60ef7620f2d3434c" /><Relationship Type="http://schemas.openxmlformats.org/officeDocument/2006/relationships/slide" Target="/ppt/slides/slide2.xml" Id="R39be6457791a4be0" /><Relationship Type="http://schemas.openxmlformats.org/officeDocument/2006/relationships/slide" Target="/ppt/slides/slide3.xml" Id="R8e511885427348ff" /><Relationship Type="http://schemas.openxmlformats.org/officeDocument/2006/relationships/slide" Target="/ppt/slides/slide4.xml" Id="Rbe01e27492c34a91" /><Relationship Type="http://schemas.openxmlformats.org/officeDocument/2006/relationships/slide" Target="/ppt/slides/slide5.xml" Id="R560b78d1c232458c" /><Relationship Type="http://schemas.openxmlformats.org/officeDocument/2006/relationships/slide" Target="/ppt/slides/slide6.xml" Id="R5a7040742d804cc2" /><Relationship Type="http://schemas.openxmlformats.org/officeDocument/2006/relationships/slide" Target="/ppt/slides/slide7.xml" Id="R89a5d059c71f40e0" /><Relationship Type="http://schemas.openxmlformats.org/officeDocument/2006/relationships/slide" Target="/ppt/slides/slide8.xml" Id="Rc108de6a486b4246" /><Relationship Type="http://schemas.openxmlformats.org/officeDocument/2006/relationships/slide" Target="/ppt/slides/slide9.xml" Id="R2cc47b92dacf4f02" /><Relationship Type="http://schemas.openxmlformats.org/officeDocument/2006/relationships/slide" Target="/ppt/slides/slide10.xml" Id="Rc881df84d96543f5" /><Relationship Type="http://schemas.openxmlformats.org/officeDocument/2006/relationships/slide" Target="/ppt/slides/slide11.xml" Id="Rabfd0ad77a594166" /><Relationship Type="http://schemas.openxmlformats.org/officeDocument/2006/relationships/slide" Target="/ppt/slides/slide12.xml" Id="Ra88d35ed43804dba" /><Relationship Type="http://schemas.openxmlformats.org/officeDocument/2006/relationships/slide" Target="/ppt/slides/slide13.xml" Id="R5e3232f632dc429c" /><Relationship Type="http://schemas.openxmlformats.org/officeDocument/2006/relationships/slide" Target="/ppt/slides/slide14.xml" Id="Rc4fc68fc93f248fd" /><Relationship Type="http://schemas.openxmlformats.org/officeDocument/2006/relationships/slide" Target="/ppt/slides/slide15.xml" Id="Rdd04cbf3f43041b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da2c20409bb4b9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ec4be09da144126" /><Relationship Type="http://schemas.openxmlformats.org/officeDocument/2006/relationships/notesMaster" Target="/ppt/notesMasters/notesMaster1.xml" Id="Re103d2e39bcc4b8b" /></Relationships>
</file>

<file path=ppt/notesSlides/_rels/notesSlide2.xml.rels>&#65279;<?xml version="1.0" encoding="utf-8"?><Relationships xmlns="http://schemas.openxmlformats.org/package/2006/relationships"><Relationship Type="http://schemas.openxmlformats.org/officeDocument/2006/relationships/slide" Target="/ppt/slides/slide2.xml" Id="Rc68bd11a3f724a5e" /><Relationship Type="http://schemas.openxmlformats.org/officeDocument/2006/relationships/notesMaster" Target="/ppt/notesMasters/notesMaster1.xml" Id="R7d3906a3133d42c5" /></Relationships>
</file>

<file path=ppt/notesSlides/_rels/notesSlide3.xml.rels>&#65279;<?xml version="1.0" encoding="utf-8"?><Relationships xmlns="http://schemas.openxmlformats.org/package/2006/relationships"><Relationship Type="http://schemas.openxmlformats.org/officeDocument/2006/relationships/slide" Target="/ppt/slides/slide3.xml" Id="Rb17bafa0baa6494e" /><Relationship Type="http://schemas.openxmlformats.org/officeDocument/2006/relationships/notesMaster" Target="/ppt/notesMasters/notesMaster1.xml" Id="R217f2fe93cb544f2" /></Relationships>
</file>

<file path=ppt/notesSlides/_rels/notesSlide4.xml.rels>&#65279;<?xml version="1.0" encoding="utf-8"?><Relationships xmlns="http://schemas.openxmlformats.org/package/2006/relationships"><Relationship Type="http://schemas.openxmlformats.org/officeDocument/2006/relationships/slide" Target="/ppt/slides/slide4.xml" Id="R5396f73acb984ac7" /><Relationship Type="http://schemas.openxmlformats.org/officeDocument/2006/relationships/notesMaster" Target="/ppt/notesMasters/notesMaster1.xml" Id="Rd6848156572e4afc" /></Relationships>
</file>

<file path=ppt/notesSlides/_rels/notesSlide5.xml.rels>&#65279;<?xml version="1.0" encoding="utf-8"?><Relationships xmlns="http://schemas.openxmlformats.org/package/2006/relationships"><Relationship Type="http://schemas.openxmlformats.org/officeDocument/2006/relationships/slide" Target="/ppt/slides/slide5.xml" Id="Rccec95973c804604" /><Relationship Type="http://schemas.openxmlformats.org/officeDocument/2006/relationships/notesMaster" Target="/ppt/notesMasters/notesMaster1.xml" Id="Rcadcc897494f4746" /></Relationships>
</file>

<file path=ppt/notesSlides/_rels/notesSlide6.xml.rels>&#65279;<?xml version="1.0" encoding="utf-8"?><Relationships xmlns="http://schemas.openxmlformats.org/package/2006/relationships"><Relationship Type="http://schemas.openxmlformats.org/officeDocument/2006/relationships/slide" Target="/ppt/slides/slide6.xml" Id="R38d5a19287dd4eb0" /><Relationship Type="http://schemas.openxmlformats.org/officeDocument/2006/relationships/notesMaster" Target="/ppt/notesMasters/notesMaster1.xml" Id="Rd639b403a4b848e3" /></Relationships>
</file>

<file path=ppt/notesSlides/_rels/notesSlide7.xml.rels>&#65279;<?xml version="1.0" encoding="utf-8"?><Relationships xmlns="http://schemas.openxmlformats.org/package/2006/relationships"><Relationship Type="http://schemas.openxmlformats.org/officeDocument/2006/relationships/slide" Target="/ppt/slides/slide7.xml" Id="Rfa3808f13d704752" /><Relationship Type="http://schemas.openxmlformats.org/officeDocument/2006/relationships/notesMaster" Target="/ppt/notesMasters/notesMaster1.xml" Id="R8e1a1909ce824751" /></Relationships>
</file>

<file path=ppt/notesSlides/_rels/notesSlide8.xml.rels>&#65279;<?xml version="1.0" encoding="utf-8"?><Relationships xmlns="http://schemas.openxmlformats.org/package/2006/relationships"><Relationship Type="http://schemas.openxmlformats.org/officeDocument/2006/relationships/slide" Target="/ppt/slides/slide8.xml" Id="Rb49153794e254226" /><Relationship Type="http://schemas.openxmlformats.org/officeDocument/2006/relationships/notesMaster" Target="/ppt/notesMasters/notesMaster1.xml" Id="Rfe2b2869f0a74940" /></Relationships>
</file>

<file path=ppt/notesSlides/_rels/notesSlide9.xml.rels>&#65279;<?xml version="1.0" encoding="utf-8"?><Relationships xmlns="http://schemas.openxmlformats.org/package/2006/relationships"><Relationship Type="http://schemas.openxmlformats.org/officeDocument/2006/relationships/slide" Target="/ppt/slides/slide9.xml" Id="Rce7a94ab78524019" /><Relationship Type="http://schemas.openxmlformats.org/officeDocument/2006/relationships/notesMaster" Target="/ppt/notesMasters/notesMaster1.xml" Id="R989587d6387347b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9fac94eaf5d489d" /><Relationship Type="http://schemas.openxmlformats.org/officeDocument/2006/relationships/notesMaster" Target="/ppt/notesMasters/notesMaster1.xml" Id="R5c9f13fef03945fc"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ef8db1945c464838" /><Relationship Type="http://schemas.openxmlformats.org/officeDocument/2006/relationships/notesMaster" Target="/ppt/notesMasters/notesMaster1.xml" Id="R712e5be521944e2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4d8f735645e049a6" /><Relationship Type="http://schemas.openxmlformats.org/officeDocument/2006/relationships/notesMaster" Target="/ppt/notesMasters/notesMaster1.xml" Id="R6ffd091f2d27468f"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2816445ef8b4446b" /><Relationship Type="http://schemas.openxmlformats.org/officeDocument/2006/relationships/notesMaster" Target="/ppt/notesMasters/notesMaster1.xml" Id="R34b2b79421664194"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9541829e691a431f" /><Relationship Type="http://schemas.openxmlformats.org/officeDocument/2006/relationships/notesMaster" Target="/ppt/notesMasters/notesMaster1.xml" Id="Ra6139a78ca8b49d2"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81cf44065fb6403d" /><Relationship Type="http://schemas.openxmlformats.org/officeDocument/2006/relationships/notesMaster" Target="/ppt/notesMasters/notesMaster1.xml" Id="R1b3d74b928a041e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Daniel Martínez. 30 segundos.</a:t>
            </a:r>
          </a:p>
          <a:p xmlns:a="http://schemas.openxmlformats.org/drawingml/2006/main">
            <a:r>
              <a:t>Retomamos el compromiso presentado a FinBank. En esta revisión mostraremos el incremento de preparación de datos, sus pruebas y el cierre técnico en GitHub. Las cifras de los dos sprints corresponden al caso académico. La implementación, las aprobaciones y la integración tienen evidencia en el repositorio. Cerramos con las decisiones que necesita el siguiente sprint.</a:t>
            </a:r>
          </a:p>
          <a:p xmlns:a="http://schemas.openxmlformats.org/drawingml/2006/main">
            <a:r>
              <a:t>En escena: Señalar el título y el equipo. Abrir con el resultado de la entrega.</a:t>
            </a:r>
          </a:p>
          <a:p xmlns:a="http://schemas.openxmlformats.org/drawingml/2006/main">
            <a:r>
              <a:t>Fuentes: README, docs/SPRINT_METRICS.md, docs/XP_LOG.md; PR #8 y CI de main 38844935088.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Daniel Martínez. 50 segundos.</a:t>
            </a:r>
          </a:p>
          <a:p xmlns:a="http://schemas.openxmlformats.org/drawingml/2006/main">
            <a:r>
              <a:t>Seguimos trabajando sobre la línea base de doce semanas y ciento ochenta millones de pesos. El Charter organiza los frentes de mora y abandono de clientes. La captura conserva el tablero presentado en el primer corte, situado en el día nueve del segundo sprint. Para esta entrega añadimos un registro de C2 con las historias, sus puntos y sus criterios. Así puede seguirse el paso desde el tablero inicial hasta el incremento integrado. El patrocinador mantiene las decisiones sobre alcance, calendario y reserva.</a:t>
            </a:r>
          </a:p>
          <a:p xmlns:a="http://schemas.openxmlformats.org/drawingml/2006/main">
            <a:r>
              <a:t>En escena: Identificar la captura como histórica. Mostrar el enlace a docs/SPRINT_BACKLOG.md.</a:t>
            </a:r>
          </a:p>
          <a:p xmlns:a="http://schemas.openxmlformats.org/drawingml/2006/main">
            <a:r>
              <a:t>Fuentes: README, docs/SPRINT_METRICS.md, docs/XP_LOG.md; PR #8 y CI de main 38844935088.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Daniel Martínez. 50 segundos.</a:t>
            </a:r>
          </a:p>
          <a:p xmlns:a="http://schemas.openxmlformats.org/drawingml/2006/main">
            <a:r>
              <a:t>El primer corte definió alcance, riesgos, responsables y límites al trabajo en curso. En C2 profundizamos los eventos y las métricas Scrum. Las pruebas, el trabajo en parejas y las revisiones por PR incorporan controles al desarrollo. Ahora cada requisito puede seguirse desde el README hasta el archivo o la ejecución que lo demuestra. Conservamos la validación de negocio como condición de aceptación. Rafael participa como Product Owner, Oscar como Scrum Master y los tres desarrollamos. Yo mantengo la coordinación y el reporte previstos en el Charter.</a:t>
            </a:r>
          </a:p>
          <a:p xmlns:a="http://schemas.openxmlformats.org/drawingml/2006/main">
            <a:r>
              <a:t>En escena: Recorrer compromiso, calidad y mejora. Ceder la palabra a Rafael.</a:t>
            </a:r>
          </a:p>
          <a:p xmlns:a="http://schemas.openxmlformats.org/drawingml/2006/main">
            <a:r>
              <a:t>Fuentes: README, docs/SPRINT_METRICS.md, docs/XP_LOG.md; PR #8 y CI de main 38844935088.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Rafael Baracaldo. 55 segundos.</a:t>
            </a:r>
          </a:p>
          <a:p xmlns:a="http://schemas.openxmlformats.org/drawingml/2006/main">
            <a:r>
              <a:t>El proceso parte de cinco mil registros sintéticos. Comprueba las entradas, calcula la calidad por variable, genera el diccionario y construye etiquetas de mora a treinta y sesenta días. La muestra pasa las reglas implementadas. Trescientas diecinueve cuentas conservan su observación faltante y quedan fuera del cálculo de tasas. El recorrido produce dos archivos CSV que podemos abrir y revisar. El modelo predictivo aparece como siguiente etapa: requiere definir ventanas temporales, persistir el conjunto de entrenamiento y separar la validación fuera de tiempo.</a:t>
            </a:r>
          </a:p>
          <a:p xmlns:a="http://schemas.openxmlformats.org/drawingml/2006/main">
            <a:r>
              <a:t>En escena: Recorrer el diagrama. Mostrar los dos CSV y señalar el modelo como próximo incremento.</a:t>
            </a:r>
          </a:p>
          <a:p xmlns:a="http://schemas.openxmlformats.org/drawingml/2006/main">
            <a:r>
              <a:t>Fuentes: README, docs/SPRINT_METRICS.md, docs/XP_LOG.md; PR #8 y CI de main 38844935088.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Rafael Baracaldo. 55 segundos.</a:t>
            </a:r>
          </a:p>
          <a:p xmlns:a="http://schemas.openxmlformats.org/drawingml/2006/main">
            <a:r>
              <a:t>Usamos un umbral inclusivo del ochenta por ciento de completitud. Canal digital, educación, dependientes y vivienda quedan por debajo y se excluyen del diccionario. Las otras dieciocho variables conservan descripción, tipo, valores válidos y dueño de negocio. El reporte registra la razón de cada exclusión para facilitar la revisión. La completitud permite decidir qué datos están disponibles con suficiente cobertura. El valor predictivo y los posibles sesgos se evaluarán durante la modelación. Todos los porcentajes de esta gráfica proceden de la muestra sintética.</a:t>
            </a:r>
          </a:p>
          <a:p xmlns:a="http://schemas.openxmlformats.org/drawingml/2006/main">
            <a:r>
              <a:t>En escena: Señalar el umbral, una exclusión y las 18 variables documentadas.</a:t>
            </a:r>
          </a:p>
          <a:p xmlns:a="http://schemas.openxmlformats.org/drawingml/2006/main">
            <a:r>
              <a:t>Fuentes: README, docs/SPRINT_METRICS.md, docs/XP_LOG.md; PR #8 y CI de main 38844935088.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Rafael Baracaldo. 150 segundos.</a:t>
            </a:r>
          </a:p>
          <a:p xmlns:a="http://schemas.openxmlformats.org/drawingml/2006/main">
            <a:r>
              <a:t>Vamos a ejecutar las dieciséis pruebas y el pipeline. Después abriremos los resultados de calidad y diccionario. En el último paso introduciremos un score de mil doscientos y una columna cedula: ambas reglas deben activar el rechazo. La captura muestra el CI exitoso de main tras la integración del PR ocho. El registro de ejecución queda disponible junto a las salidas.</a:t>
            </a:r>
          </a:p>
          <a:p xmlns:a="http://schemas.openxmlformats.org/drawingml/2006/main">
            <a:r>
              <a:t>En escena: Ejecutar python scripts/demo_review.py. Reservar 30 s a pruebas, 55 s a pipeline/CSV y 40 s al rechazo; usar el resto para abrir y cerrar. Si se usa respaldo, identificarlo como ejecución previa.</a:t>
            </a:r>
          </a:p>
          <a:p xmlns:a="http://schemas.openxmlformats.org/drawingml/2006/main">
            <a:r>
              <a:t>Fuentes: README, docs/SPRINT_METRICS.md, docs/XP_LOG.md; PR #8 y CI de main 38844935088.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Oscar Merino. 55 segundos.</a:t>
            </a:r>
          </a:p>
          <a:p xmlns:a="http://schemas.openxmlformats.org/drawingml/2006/main">
            <a:r>
              <a:t>El ejemplo de TDD elimina loan_amount, una columna requerida. En la revisión roja, una prueba falla porque el validador deja pasar esa ausencia. Después del refactor, las doce pruebas de esa etapa pasan. La suite del incremento completo tiene dieciséis. El script reproduce ambos estados en copias temporales y guarda sus resultados. La bitácora añade dos sesiones de pairing con roles y decisiones, respaldadas por commits coautorados. Esta evidencia permite que otro integrante revise los supuestos y repita las comprobaciones.</a:t>
            </a:r>
          </a:p>
          <a:p xmlns:a="http://schemas.openxmlformats.org/drawingml/2006/main">
            <a:r>
              <a:t>En escena: Distinguir las 12 pruebas históricas de las 16 actuales. Mostrar los commits vigentes c90a325 y d9d2b52.</a:t>
            </a:r>
          </a:p>
          <a:p xmlns:a="http://schemas.openxmlformats.org/drawingml/2006/main">
            <a:r>
              <a:t>Fuentes: README, docs/SPRINT_METRICS.md, docs/XP_LOG.md; PR #8 y CI de main 38844935088.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Rafael Baracaldo. 55 segundos.</a:t>
            </a:r>
          </a:p>
          <a:p xmlns:a="http://schemas.openxmlformats.org/drawingml/2006/main">
            <a:r>
              <a:t>La primera validación usaba bloques separados para cinco variables y repetía sus límites. El refactor consulta el esquema y recorre las veintidós candidatas con una función compartida. El diccionario usa la misma fuente. Cuando cambia un criterio de negocio, ese límite se mantiene en un solo lugar y las pruebas comprueban su aplicación. El módulo pasa de noventa y nueve a ochenta y cuatro líneas. La mejora que podemos verificar es la reducción de duplicación y la cobertura del esquema; el tiempo de mantenimiento se medirá cuando lleguen cambios reales.</a:t>
            </a:r>
          </a:p>
          <a:p xmlns:a="http://schemas.openxmlformats.org/drawingml/2006/main">
            <a:r>
              <a:t>En escena: Comparar cinco y 22 variables; señalar la fuente común de límites.</a:t>
            </a:r>
          </a:p>
          <a:p xmlns:a="http://schemas.openxmlformats.org/drawingml/2006/main">
            <a:r>
              <a:t>Fuentes: README, docs/SPRINT_METRICS.md, docs/XP_LOG.md; PR #8 y CI de main 38844935088.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Oscar Merino. 65 segundos.</a:t>
            </a:r>
          </a:p>
          <a:p xmlns:a="http://schemas.openxmlformats.org/drawingml/2006/main">
            <a:r>
              <a:t>El escenario cierra el primer sprint con dieciséis de dieciséis puntos y el segundo con quince de veinte. El cumplimiento de S2 es setenta y cinco por ciento y la media de ambos ciclos es quince coma cinco puntos. El compromiso creció veinticinco por ciento entre sprints. Cinco puntos dependían de una credencial externa que quedó pendiente. Estas cifras ofrecen una referencia inicial para la siguiente planificación. El estado técnico se comprueba por separado: el incremento de mora está integrado en main y sus pruebas pasan.</a:t>
            </a:r>
          </a:p>
          <a:p xmlns:a="http://schemas.openxmlformats.org/drawingml/2006/main">
            <a:r>
              <a:t>En escena: Señalar compromiso, cierre y promedio. Identificar las cifras como parte del escenario.</a:t>
            </a:r>
          </a:p>
          <a:p xmlns:a="http://schemas.openxmlformats.org/drawingml/2006/main">
            <a:r>
              <a:t>Fuentes: README, docs/SPRINT_METRICS.md, docs/XP_LOG.md; PR #8 y CI de main 38844935088.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Oscar Merino. 60 segundos.</a:t>
            </a:r>
          </a:p>
          <a:p xmlns:a="http://schemas.openxmlformats.org/drawingml/2006/main">
            <a:r>
              <a:t>Las curvas descuentan puntos al cierre del día en que la bitácora registra la terminación o aceptación del ítem. En S2 se descuentan dos puntos en el día tres por muestra y layout; tres en el día cinco por validaciones; siete en el día ocho por calidad y targets; y tres en el día diez por diccionario. Permanecen cinco de churn. Reconstruimos la serie para conciliarla con los Dailies del caso y dejamos el CSV en el repositorio. Cada descenso puede relacionarse con sus ítems.</a:t>
            </a:r>
          </a:p>
          <a:p xmlns:a="http://schemas.openxmlformats.org/drawingml/2006/main">
            <a:r>
              <a:t>En escena: Mostrar la curva S2 y el CSV. Explicar que es una reconstrucción documental del caso.</a:t>
            </a:r>
          </a:p>
          <a:p xmlns:a="http://schemas.openxmlformats.org/drawingml/2006/main">
            <a:r>
              <a:t>Fuentes: README, docs/SPRINT_METRICS.md, docs/XP_LOG.md; PR #8 y CI de main 38844935088.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Oscar Merino. 50 segundos.</a:t>
            </a:r>
          </a:p>
          <a:p xmlns:a="http://schemas.openxmlformats.org/drawingml/2006/main">
            <a:r>
              <a:t>En el día seis del caso la falta de credencial bloquea churn. El Scrum Master escala el impedimento al día siguiente y el equipo adelanta los targets de mora con el Product Owner. Al cierre, los cinco puntos vuelven al backlog. La dependencia queda visible y requiere responsable y fecha de solución. Cuando se habilite el acceso, el equipo tendrá que estimar el trabajo y revisar su prioridad. Ese ajuste debe respetar la capacidad disponible del siguiente sprint.</a:t>
            </a:r>
          </a:p>
          <a:p xmlns:a="http://schemas.openxmlformats.org/drawingml/2006/main">
            <a:r>
              <a:t>En escena: Recorrer días seis, siete, ocho y diez. Señalar la decisión sobre el backlog.</a:t>
            </a:r>
          </a:p>
          <a:p xmlns:a="http://schemas.openxmlformats.org/drawingml/2006/main">
            <a:r>
              <a:t>Fuentes: README, docs/SPRINT_METRICS.md, docs/XP_LOG.md; PR #8 y CI de main 38844935088.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Oscar Merino. 50 segundos.</a:t>
            </a:r>
          </a:p>
          <a:p xmlns:a="http://schemas.openxmlformats.org/drawingml/2006/main">
            <a:r>
              <a:t>La retrospectiva de S1 propuso centralizar scripts, probar reglas y programar en parejas. Esa preparación ya tiene evidencia: repositorio, CI y coautoría. La de S2 propone verificar dependencias antes de comprometer historias. En Planning S3 comprobaré acceso y condiciones de entrada; Rafael priorizará con los Developers. Daniel hará seguimiento a las evidencias y al registro de aceptación. Cada acción tiene responsable y momento de verificación en la bitácora. Los bloqueos deberán escalarse dentro de veinticuatro horas.</a:t>
            </a:r>
          </a:p>
          <a:p xmlns:a="http://schemas.openxmlformats.org/drawingml/2006/main">
            <a:r>
              <a:t>En escena: Señalar una acción completada y otra que se verificará en Planning S3.</a:t>
            </a:r>
          </a:p>
          <a:p xmlns:a="http://schemas.openxmlformats.org/drawingml/2006/main">
            <a:r>
              <a:t>Fuentes: README, docs/SPRINT_METRICS.md, docs/XP_LOG.md; PR #8 y CI de main 38844935088.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Daniel Martínez. 55 segundos.</a:t>
            </a:r>
          </a:p>
          <a:p xmlns:a="http://schemas.openxmlformats.org/drawingml/2006/main">
            <a:r>
              <a:t>Los ocho pull requests están integrados. Los componentes se revisaron entre ramas y el PR ocho los consolidó en main el quince de octubre. Oscar y mi cuenta aprobaron esa integración; Rafael había revisado los contenidos técnicos. La rama cuenta con protección y el CI de main terminó correctamente. Durante esta Review registraremos la decisión sobre el incremento: qué criterios se aceptan y qué observaciones requieren seguimiento. El formato incluye el commit demostrado, participantes y responsables de cualquier ajuste.</a:t>
            </a:r>
          </a:p>
          <a:p xmlns:a="http://schemas.openxmlformats.org/drawingml/2006/main">
            <a:r>
              <a:t>En escena: Mostrar captura del PR #8 y abrir docs/SPRINT_REVIEW_ACCEPTANCE.md.</a:t>
            </a:r>
          </a:p>
          <a:p xmlns:a="http://schemas.openxmlformats.org/drawingml/2006/main">
            <a:r>
              <a:t>Fuentes: README, docs/SPRINT_METRICS.md, docs/XP_LOG.md; PR #8 y CI de main 38844935088.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Daniel Martínez. 40 segundos.</a:t>
            </a:r>
          </a:p>
          <a:p xmlns:a="http://schemas.openxmlformats.org/drawingml/2006/main">
            <a:r>
              <a:t>Proponemos tomar el modelo base de mora, de trece puntos. La referencia inicial de capacidad es quince a dieciséis. Añadir churn completo llevaría el compromiso a dieciocho. Si se libera el acceso, PO y Developers acordarán una sustitución o dividirán el alcance y volverán a estimar. Para US-06 se requieren ventanas temporales, un dataset persistido y validación fuera de tiempo frente al AUC objetivo de cero coma setenta y cinco. El patrocinador revisará también el efecto sobre M4.</a:t>
            </a:r>
          </a:p>
          <a:p xmlns:a="http://schemas.openxmlformats.org/drawingml/2006/main">
            <a:r>
              <a:t>En escena: Señalar 13 y 18; pedir una decisión sobre alcance.</a:t>
            </a:r>
          </a:p>
          <a:p xmlns:a="http://schemas.openxmlformats.org/drawingml/2006/main">
            <a:r>
              <a:t>Fuentes: README, docs/SPRINT_METRICS.md, docs/XP_LOG.md; PR #8 y CI de main 38844935088.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Daniel Martínez. 80 segundos.</a:t>
            </a:r>
          </a:p>
          <a:p xmlns:a="http://schemas.openxmlformats.org/drawingml/2006/main">
            <a:r>
              <a:t>Solicitamos confirmar el foco de mora, registrar la aceptación de este incremento y asignar responsable y fecha para el acceso a churn. Ajustaremos M4 con el patrocinador según el alcance acordado. Abrimos un minuto para preguntas.</a:t>
            </a:r>
          </a:p>
          <a:p xmlns:a="http://schemas.openxmlformats.org/drawingml/2006/main">
            <a:r>
              <a:t>En escena: Veinte segundos de cierre y sesenta de preguntas. Rafael responde sobre datos; Oscar sobre método. Registrar decisiones al terminar.</a:t>
            </a:r>
          </a:p>
          <a:p xmlns:a="http://schemas.openxmlformats.org/drawingml/2006/main">
            <a:r>
              <a:t>Fuentes: README, docs/SPRINT_METRICS.md, docs/XP_LOG.md; PR #8 y CI de main 38844935088.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3404eeffe2a4c8f"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7ffe6bcc9ef54a80"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c09d3dc89c134757"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5878e758bba94970"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b585570819874c6b"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4434b986e124402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01E27FC-9C8E-44AA-B278-E6C7321F3C25}"/>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606A7C38-181E-437B-94C3-AA6274FE9B60}"/>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4EE16C56-387D-49D5-A60E-A51C16B74062}"/>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3179E27-A76E-4AFC-8FFC-94AD767C245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B69F38FE-00C6-4692-9385-0C1637CC7461}"/>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FCBE2DEF-0756-49E7-B49B-6CBE46F7982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486C50C-C138-4B12-B3FF-12FF7ECE15A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5BE66A19-86B5-45F7-8742-D263210A3D11}"/>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0447688-E50B-4456-B15E-93EE995C05A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81C4398-6A6A-4B48-AB99-9605C7A0EFA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07707ad8105441e" /><Relationship Type="http://schemas.openxmlformats.org/officeDocument/2006/relationships/slideLayout" Target="/ppt/slideLayouts/slideLayout1.xml" Id="R057dcf5f3c4a4598" /><Relationship Type="http://schemas.openxmlformats.org/officeDocument/2006/relationships/slideLayout" Target="/ppt/slideLayouts/slideLayout2.xml" Id="Rde5909099c494b6b" /><Relationship Type="http://schemas.openxmlformats.org/officeDocument/2006/relationships/slideLayout" Target="/ppt/slideLayouts/slideLayout3.xml" Id="R4a7a88a0e2bc4784" /><Relationship Type="http://schemas.openxmlformats.org/officeDocument/2006/relationships/slideLayout" Target="/ppt/slideLayouts/slideLayout4.xml" Id="Rcd81ca50a5404d0f" /><Relationship Type="http://schemas.openxmlformats.org/officeDocument/2006/relationships/slideLayout" Target="/ppt/slideLayouts/slideLayout5.xml" Id="R06f335cb8cbc4de6" /><Relationship Type="http://schemas.openxmlformats.org/officeDocument/2006/relationships/slideLayout" Target="/ppt/slideLayouts/slideLayout6.xml" Id="R4855d37c3d0f481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57dcf5f3c4a4598"/>
    <p:sldLayoutId xmlns:r="http://schemas.openxmlformats.org/officeDocument/2006/relationships" id="2147483650" r:id="Rde5909099c494b6b"/>
    <p:sldLayoutId xmlns:r="http://schemas.openxmlformats.org/officeDocument/2006/relationships" id="2147483651" r:id="R4a7a88a0e2bc4784"/>
    <p:sldLayoutId xmlns:r="http://schemas.openxmlformats.org/officeDocument/2006/relationships" id="2147483652" r:id="Rcd81ca50a5404d0f"/>
    <p:sldLayoutId xmlns:r="http://schemas.openxmlformats.org/officeDocument/2006/relationships" id="2147483653" r:id="R06f335cb8cbc4de6"/>
    <p:sldLayoutId xmlns:r="http://schemas.openxmlformats.org/officeDocument/2006/relationships" id="2147483654" r:id="R4855d37c3d0f481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9caf94e9bf0e4250" /><Relationship Type="http://schemas.openxmlformats.org/officeDocument/2006/relationships/notesSlide" Target="/ppt/notesSlides/notesSlide1.xml" Id="R2f365e3b758e4d66"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134fb436074947ac" /><Relationship Type="http://schemas.openxmlformats.org/officeDocument/2006/relationships/image" Target="/ppt/media/image.png" Id="Rbfc37a95d7ce4aea" /><Relationship Type="http://schemas.openxmlformats.org/officeDocument/2006/relationships/notesSlide" Target="/ppt/notesSlides/notesSlide2.xml" Id="R4c5584bbb4784d15"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3a4cc23ee67f4e63" /><Relationship Type="http://schemas.openxmlformats.org/officeDocument/2006/relationships/notesSlide" Target="/ppt/notesSlides/notesSlide3.xml" Id="R7947472a8fb64c1d"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ac2efe2daf9c4d15" /><Relationship Type="http://schemas.openxmlformats.org/officeDocument/2006/relationships/notesSlide" Target="/ppt/notesSlides/notesSlide4.xml" Id="Rf8ec8b4f534d423e"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f05643e087764f89" /><Relationship Type="http://schemas.openxmlformats.org/officeDocument/2006/relationships/chart" Target="/ppt/slides/charts/chart1.xml" Id="Rc7fa8176d9e543d0" /><Relationship Type="http://schemas.openxmlformats.org/officeDocument/2006/relationships/notesSlide" Target="/ppt/notesSlides/notesSlide5.xml" Id="R0ca9b8a9dd2d43a0"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b4fc0c0af63f4218" /><Relationship Type="http://schemas.openxmlformats.org/officeDocument/2006/relationships/image" Target="/ppt/media/image.jpeg" Id="R7989bd808e594a8f" /><Relationship Type="http://schemas.openxmlformats.org/officeDocument/2006/relationships/notesSlide" Target="/ppt/notesSlides/notesSlide6.xml" Id="R5242a42ddf0b4e65"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b0f1b8c5909a463c" /><Relationship Type="http://schemas.openxmlformats.org/officeDocument/2006/relationships/notesSlide" Target="/ppt/notesSlides/notesSlide7.xml" Id="Rb453536d292a4917"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411ae6390bda4436" /><Relationship Type="http://schemas.openxmlformats.org/officeDocument/2006/relationships/notesSlide" Target="/ppt/notesSlides/notesSlide8.xml" Id="R1eedf5b04f654741"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da98dd0732a647a8" /><Relationship Type="http://schemas.openxmlformats.org/officeDocument/2006/relationships/chart" Target="/ppt/slides/charts/chart2.xml" Id="Raa554f3369914ce6" /><Relationship Type="http://schemas.openxmlformats.org/officeDocument/2006/relationships/notesSlide" Target="/ppt/notesSlides/notesSlide9.xml" Id="Rffaa4ca167724a7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2e75e6bcf6904c69" /><Relationship Type="http://schemas.openxmlformats.org/officeDocument/2006/relationships/chart" Target="/ppt/slides/charts/chart3.xml" Id="R25255fe782b34ac4" /><Relationship Type="http://schemas.openxmlformats.org/officeDocument/2006/relationships/chart" Target="/ppt/slides/charts/chart4.xml" Id="Re8d8610d6315440f" /><Relationship Type="http://schemas.openxmlformats.org/officeDocument/2006/relationships/notesSlide" Target="/ppt/notesSlides/notesSlide10.xml" Id="R574ee53b60ed445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a13e06042a344c41" /><Relationship Type="http://schemas.openxmlformats.org/officeDocument/2006/relationships/notesSlide" Target="/ppt/notesSlides/notesSlide11.xml" Id="R39e396b424b04e74"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a774554376b84f0e" /><Relationship Type="http://schemas.openxmlformats.org/officeDocument/2006/relationships/notesSlide" Target="/ppt/notesSlides/notesSlide12.xml" Id="R30959373288b43ff"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90a468a10d8f4105" /><Relationship Type="http://schemas.openxmlformats.org/officeDocument/2006/relationships/image" Target="/ppt/media/image2.jpeg" Id="Ra7e8af6a49dc4e6f" /><Relationship Type="http://schemas.openxmlformats.org/officeDocument/2006/relationships/notesSlide" Target="/ppt/notesSlides/notesSlide13.xml" Id="R25d1862a8aa84c72"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a7b69c752e54464d" /><Relationship Type="http://schemas.openxmlformats.org/officeDocument/2006/relationships/notesSlide" Target="/ppt/notesSlides/notesSlide14.xml" Id="Rf5872e1952db45a1"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d0eb480914674146" /><Relationship Type="http://schemas.openxmlformats.org/officeDocument/2006/relationships/notesSlide" Target="/ppt/notesSlides/notesSlide15.xml" Id="Rbad21e773d0e4044"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chart1.xml><?xml version="1.0" encoding="utf-8"?>
<c:chartSpace xmlns:a="http://schemas.openxmlformats.org/drawingml/2006/main" xmlns:c="http://schemas.openxmlformats.org/drawingml/2006/chart" xmlns:r="http://schemas.openxmlformats.org/officeDocument/2006/relationships">
  <c:lang val="en-US"/>
  <c:chart>
    <c:plotArea>
      <c:barChart>
        <c:barDir val="bar"/>
        <c:varyColors val="0"/>
        <c:ser>
          <c:idx val="0"/>
          <c:order val="0"/>
          <c:tx>
            <c:v>Completitud</c:v>
          </c:tx>
          <c:spPr>
            <a:solidFill>
              <a:srgbClr val="0088C3"/>
            </a:solidFill>
          </c:spPr>
          <c:invertIfNegative val="0"/>
          <c:cat>
            <c:strRef>
              <c:f>'Chart Data'!$A$2:$A$5</c:f>
              <c:strCache>
                <c:ptCount val="4"/>
                <c:pt idx="0">
                  <c:v>Canal digital</c:v>
                </c:pt>
                <c:pt idx="1">
                  <c:v>Educación</c:v>
                </c:pt>
                <c:pt idx="2">
                  <c:v>Dependientes</c:v>
                </c:pt>
                <c:pt idx="3">
                  <c:v>Tipo de vivienda</c:v>
                </c:pt>
              </c:strCache>
            </c:strRef>
          </c:cat>
          <c:val>
            <c:numRef>
              <c:f>'Chart Data'!$B$2:$B$5</c:f>
              <c:numCache>
                <c:formatCode>General</c:formatCode>
                <c:ptCount val="4"/>
                <c:pt idx="0">
                  <c:v>54.72</c:v>
                </c:pt>
                <c:pt idx="1">
                  <c:v>65.32</c:v>
                </c:pt>
                <c:pt idx="2">
                  <c:v>72.06</c:v>
                </c:pt>
                <c:pt idx="3">
                  <c:v>60.88</c:v>
                </c:pt>
              </c:numCache>
            </c:numRef>
          </c:val>
        </c:ser>
        <c:dLbls>
          <c:numFmt formatCode="0.0&quot;%&quot;" sourceLinked="0"/>
          <c:txPr>
            <a:bodyPr anchorCtr="1"/>
            <a:lstStyle/>
            <a:p>
              <a:pPr>
                <a:defRPr sz="1650">
                  <a:solidFill>
                    <a:srgbClr val="104D70"/>
                  </a:solidFill>
                  <a:latin typeface="Arial"/>
                  <a:ea typeface="Arial"/>
                  <a:cs typeface="Arial"/>
                </a:defRPr>
              </a:pPr>
            </a:p>
          </c:txPr>
          <c:dLblPos val="outEnd"/>
          <c:showLegendKey val="0"/>
          <c:showVal val="1"/>
          <c:showCatName val="0"/>
          <c:showSerName val="0"/>
          <c:showPercent val="0"/>
          <c:showBubbleSize val="0"/>
          <c:showLeaderLines val="0"/>
        </c:dLbls>
        <c:gapWidth val="90"/>
        <c:axId val="48650112"/>
        <c:axId val="48672768"/>
      </c:barChart>
      <c:catAx>
        <c:axId val="48650112"/>
        <c:scaling>
          <c:orientation val="minMax"/>
        </c:scaling>
        <c:delete val="0"/>
        <c:axPos val="l"/>
        <c:majorGridlines>
          <c:spPr>
            <a:ln w="9525">
              <a:solidFill>
                <a:srgbClr val="DAE4E9"/>
              </a:solidFill>
            </a:ln>
          </c:spPr>
        </c:majorGridlines>
        <c:numFmt formatCode="0&quot;%&quot;"/>
        <c:majorTickMark val="none"/>
        <c:minorTickMark val="none"/>
        <c:spPr>
          <a:ln w="9525">
            <a:solidFill>
              <a:srgbClr val="D4D4D4"/>
            </a:solidFill>
            <a:prstDash val="solid"/>
          </a:ln>
        </c:spPr>
        <c:txPr>
          <a:bodyPr anchorCtr="1"/>
          <a:lstStyle/>
          <a:p>
            <a:pPr>
              <a:defRPr sz="1500">
                <a:solidFill>
                  <a:srgbClr val="55707D"/>
                </a:solidFill>
                <a:latin typeface="Arial"/>
                <a:ea typeface="Arial"/>
                <a:cs typeface="Arial"/>
              </a:defRPr>
            </a:pPr>
          </a:p>
        </c:txPr>
        <c:crossAx val="48672768"/>
      </c:catAx>
      <c:valAx>
        <c:axId val="48672768"/>
        <c:scaling>
          <c:orientation val="minMax"/>
        </c:scaling>
        <c:delete val="0"/>
        <c:axPos val="b"/>
        <c:numFmt formatCode="General"/>
        <c:majorTickMark val="none"/>
        <c:minorTickMark val="none"/>
        <c:spPr>
          <a:ln w="9525">
            <a:solidFill>
              <a:srgbClr val="D4D4D4"/>
            </a:solidFill>
            <a:prstDash val="solid"/>
          </a:ln>
        </c:spPr>
        <c:txPr>
          <a:bodyPr anchorCtr="1"/>
          <a:lstStyle/>
          <a:p>
            <a:pPr>
              <a:defRPr sz="1725">
                <a:solidFill>
                  <a:srgbClr val="153444"/>
                </a:solidFill>
                <a:latin typeface="Arial"/>
                <a:ea typeface="Arial"/>
                <a:cs typeface="Arial"/>
              </a:defRPr>
            </a:pPr>
          </a:p>
        </c:txPr>
        <c:crossAx val="48650112"/>
        <c:crossBetween val="between"/>
      </c:valAx>
    </c:plotArea>
    <c:plotVisOnly val="1"/>
  </c:chart>
  <c:externalData r:id="rIdChartSnapshot1">
    <c:autoUpdate val="0"/>
  </c:externalData>
</c:chartSpace>
</file>

<file path=ppt/slides/charts/chart2.xml><?xml version="1.0" encoding="utf-8"?>
<c:chartSpace xmlns:a="http://schemas.openxmlformats.org/drawingml/2006/main" xmlns:c="http://schemas.openxmlformats.org/drawingml/2006/chart" xmlns:r="http://schemas.openxmlformats.org/officeDocument/2006/relationships">
  <c:lang val="en-US"/>
  <c:chart>
    <c:plotArea>
      <c:barChart>
        <c:barDir val="col"/>
        <c:varyColors val="0"/>
        <c:ser>
          <c:idx val="0"/>
          <c:order val="0"/>
          <c:tx>
            <c:v>Comprometido</c:v>
          </c:tx>
          <c:spPr>
            <a:solidFill>
              <a:srgbClr val="B7C5CC"/>
            </a:solidFill>
          </c:spPr>
          <c:invertIfNegative val="0"/>
          <c:cat>
            <c:strRef>
              <c:f>'Chart Data'!$A$2:$A$3</c:f>
              <c:strCache>
                <c:ptCount val="2"/>
                <c:pt idx="0">
                  <c:v>Sprint 1</c:v>
                </c:pt>
                <c:pt idx="1">
                  <c:v>Sprint 2</c:v>
                </c:pt>
              </c:strCache>
            </c:strRef>
          </c:cat>
          <c:val>
            <c:numRef>
              <c:f>'Chart Data'!$B$2:$B$3</c:f>
              <c:numCache>
                <c:formatCode>General</c:formatCode>
                <c:ptCount val="2"/>
                <c:pt idx="0">
                  <c:v>16</c:v>
                </c:pt>
                <c:pt idx="1">
                  <c:v>20</c:v>
                </c:pt>
              </c:numCache>
            </c:numRef>
          </c:val>
        </c:ser>
        <c:ser>
          <c:idx val="1"/>
          <c:order val="1"/>
          <c:tx>
            <c:v>Cerrado en simulación</c:v>
          </c:tx>
          <c:spPr>
            <a:solidFill>
              <a:srgbClr val="10998D"/>
            </a:solidFill>
          </c:spPr>
          <c:invertIfNegative val="0"/>
          <c:cat>
            <c:strRef>
              <c:f>'Chart Data'!$C$2:$C$3</c:f>
              <c:strCache>
                <c:ptCount val="2"/>
                <c:pt idx="0">
                  <c:v>Sprint 1</c:v>
                </c:pt>
                <c:pt idx="1">
                  <c:v>Sprint 2</c:v>
                </c:pt>
              </c:strCache>
            </c:strRef>
          </c:cat>
          <c:val>
            <c:numRef>
              <c:f>'Chart Data'!$D$2:$D$3</c:f>
              <c:numCache>
                <c:formatCode>General</c:formatCode>
                <c:ptCount val="2"/>
                <c:pt idx="0">
                  <c:v>16</c:v>
                </c:pt>
                <c:pt idx="1">
                  <c:v>15</c:v>
                </c:pt>
              </c:numCache>
            </c:numRef>
          </c:val>
        </c:ser>
        <c:dLbls>
          <c:txPr>
            <a:bodyPr anchorCtr="1"/>
            <a:lstStyle/>
            <a:p>
              <a:pPr>
                <a:defRPr sz="1800" b="1">
                  <a:latin typeface="Arial"/>
                  <a:ea typeface="Arial"/>
                  <a:cs typeface="Arial"/>
                </a:defRPr>
              </a:pPr>
            </a:p>
          </c:txPr>
          <c:dLblPos val="outEnd"/>
          <c:showLegendKey val="0"/>
          <c:showVal val="1"/>
          <c:showCatName val="0"/>
          <c:showSerName val="0"/>
          <c:showPercent val="0"/>
          <c:showBubbleSize val="0"/>
          <c:showLeaderLines val="0"/>
        </c:dLbls>
        <c:gapWidth val="115"/>
        <c:axId val="48650112"/>
        <c:axId val="48672768"/>
      </c:barChart>
      <c:catAx>
        <c:axId val="48650112"/>
        <c:scaling>
          <c:orientation val="minMax"/>
        </c:scaling>
        <c:delete val="0"/>
        <c:axPos val="b"/>
        <c:numFmt formatCode="General"/>
        <c:majorTickMark val="none"/>
        <c:minorTickMark val="none"/>
        <c:spPr>
          <a:ln w="9525">
            <a:solidFill>
              <a:srgbClr val="D4D4D4"/>
            </a:solidFill>
            <a:prstDash val="solid"/>
          </a:ln>
        </c:spPr>
        <c:txPr>
          <a:bodyPr anchorCtr="1"/>
          <a:lstStyle/>
          <a:p>
            <a:pPr>
              <a:defRPr sz="1800">
                <a:solidFill>
                  <a:srgbClr val="666666"/>
                </a:solidFill>
                <a:latin typeface="Arial"/>
                <a:ea typeface="Arial"/>
                <a:cs typeface="Arial"/>
              </a:defRPr>
            </a:pPr>
          </a:p>
        </c:txPr>
        <c:crossAx val="48672768"/>
      </c:catAx>
      <c:valAx>
        <c:axId val="48672768"/>
        <c:scaling>
          <c:orientation val="minMax"/>
          <c:max val="24"/>
          <c:min val="0"/>
        </c:scaling>
        <c:delete val="0"/>
        <c:axPos val="l"/>
        <c:majorGridlines>
          <c:spPr>
            <a:ln w="9525">
              <a:solidFill>
                <a:srgbClr val="DAE4E9"/>
              </a:solidFill>
            </a:ln>
          </c:spPr>
        </c:majorGridlines>
        <c:numFmt formatCode="General"/>
        <c:majorTickMark val="none"/>
        <c:minorTickMark val="none"/>
        <c:spPr>
          <a:ln w="9525">
            <a:solidFill>
              <a:srgbClr val="D4D4D4"/>
            </a:solidFill>
            <a:prstDash val="solid"/>
          </a:ln>
        </c:spPr>
        <c:txPr>
          <a:bodyPr anchorCtr="1"/>
          <a:lstStyle/>
          <a:p>
            <a:pPr>
              <a:defRPr sz="1500">
                <a:solidFill>
                  <a:srgbClr val="666666"/>
                </a:solidFill>
                <a:latin typeface="Arial"/>
                <a:ea typeface="Arial"/>
                <a:cs typeface="Arial"/>
              </a:defRPr>
            </a:pPr>
          </a:p>
        </c:txPr>
        <c:crossAx val="48650112"/>
        <c:crossBetween val="between"/>
        <c:majorUnit val="4"/>
      </c:valAx>
    </c:plotArea>
    <c:legend>
      <c:legendPos val="b"/>
      <c:overlay val="0"/>
      <c:txPr>
        <a:bodyPr anchorCtr="1"/>
        <a:lstStyle/>
        <a:p>
          <a:pPr>
            <a:defRPr sz="1500">
              <a:latin typeface="Arial"/>
              <a:ea typeface="Arial"/>
              <a:cs typeface="Arial"/>
            </a:defRPr>
          </a:pPr>
        </a:p>
      </c:txPr>
    </c:legend>
    <c:plotVisOnly val="1"/>
  </c:chart>
  <c:externalData r:id="rIdChartSnapshot1">
    <c:autoUpdate val="0"/>
  </c:externalData>
</c:chartSpace>
</file>

<file path=ppt/slides/charts/chart3.xml><?xml version="1.0" encoding="utf-8"?>
<c:chartSpace xmlns:a="http://schemas.openxmlformats.org/drawingml/2006/main" xmlns:c="http://schemas.openxmlformats.org/drawingml/2006/chart" xmlns:r="http://schemas.openxmlformats.org/officeDocument/2006/relationships">
  <c:lang val="en-US"/>
  <c:chart>
    <c:plotArea>
      <c:lineChart>
        <c:grouping val="standard"/>
        <c:varyColors val="0"/>
        <c:ser>
          <c:idx val="0"/>
          <c:order val="0"/>
          <c:tx>
            <c:v>Ideal</c:v>
          </c:tx>
          <c:spPr>
            <a:ln w="19050">
              <a:solidFill>
                <a:srgbClr val="B7C5CC"/>
              </a:solidFill>
              <a:prstDash val="dash"/>
            </a:ln>
          </c:spPr>
          <c:marker>
            <c:symbol val="none"/>
          </c:marker>
          <c:cat>
            <c:numRef>
              <c:f>'Chart Data'!$A$2:$A$12</c:f>
              <c:numCache>
                <c:formatCode>General</c:formatCode>
                <c:ptCount val="11"/>
                <c:pt idx="0">
                  <c:v>0</c:v>
                </c:pt>
                <c:pt idx="1">
                  <c:v>1</c:v>
                </c:pt>
                <c:pt idx="2">
                  <c:v>2</c:v>
                </c:pt>
                <c:pt idx="3">
                  <c:v>3</c:v>
                </c:pt>
                <c:pt idx="4">
                  <c:v>4</c:v>
                </c:pt>
                <c:pt idx="5">
                  <c:v>5</c:v>
                </c:pt>
                <c:pt idx="6">
                  <c:v>6</c:v>
                </c:pt>
                <c:pt idx="7">
                  <c:v>7</c:v>
                </c:pt>
                <c:pt idx="8">
                  <c:v>8</c:v>
                </c:pt>
                <c:pt idx="9">
                  <c:v>9</c:v>
                </c:pt>
                <c:pt idx="10">
                  <c:v>10</c:v>
                </c:pt>
              </c:numCache>
            </c:numRef>
          </c:cat>
          <c:val>
            <c:numRef>
              <c:f>'Chart Data'!$B$2:$B$12</c:f>
              <c:numCache>
                <c:formatCode>General</c:formatCode>
                <c:ptCount val="11"/>
                <c:pt idx="0">
                  <c:v>16</c:v>
                </c:pt>
                <c:pt idx="1">
                  <c:v>14.4</c:v>
                </c:pt>
                <c:pt idx="2">
                  <c:v>12.8</c:v>
                </c:pt>
                <c:pt idx="3">
                  <c:v>11.2</c:v>
                </c:pt>
                <c:pt idx="4">
                  <c:v>9.6</c:v>
                </c:pt>
                <c:pt idx="5">
                  <c:v>8</c:v>
                </c:pt>
                <c:pt idx="6">
                  <c:v>6.4</c:v>
                </c:pt>
                <c:pt idx="7">
                  <c:v>4.8</c:v>
                </c:pt>
                <c:pt idx="8">
                  <c:v>3.2</c:v>
                </c:pt>
                <c:pt idx="9">
                  <c:v>1.6</c:v>
                </c:pt>
                <c:pt idx="10">
                  <c:v>0</c:v>
                </c:pt>
              </c:numCache>
            </c:numRef>
          </c:val>
          <c:smooth val="0"/>
        </c:ser>
        <c:ser>
          <c:idx val="1"/>
          <c:order val="1"/>
          <c:tx>
            <c:v>Reconstruido</c:v>
          </c:tx>
          <c:spPr>
            <a:ln w="38100">
              <a:solidFill>
                <a:srgbClr val="10998D"/>
              </a:solidFill>
            </a:ln>
          </c:spPr>
          <c:marker>
            <c:symbol val="circle"/>
            <c:size val="7"/>
            <c:spPr>
              <a:solidFill>
                <a:srgbClr val="10998D"/>
              </a:solidFill>
            </c:spPr>
          </c:marker>
          <c:cat>
            <c:numRef>
              <c:f>'Chart Data'!$C$2:$C$12</c:f>
              <c:numCache>
                <c:formatCode>General</c:formatCode>
                <c:ptCount val="11"/>
                <c:pt idx="0">
                  <c:v>0</c:v>
                </c:pt>
                <c:pt idx="1">
                  <c:v>1</c:v>
                </c:pt>
                <c:pt idx="2">
                  <c:v>2</c:v>
                </c:pt>
                <c:pt idx="3">
                  <c:v>3</c:v>
                </c:pt>
                <c:pt idx="4">
                  <c:v>4</c:v>
                </c:pt>
                <c:pt idx="5">
                  <c:v>5</c:v>
                </c:pt>
                <c:pt idx="6">
                  <c:v>6</c:v>
                </c:pt>
                <c:pt idx="7">
                  <c:v>7</c:v>
                </c:pt>
                <c:pt idx="8">
                  <c:v>8</c:v>
                </c:pt>
                <c:pt idx="9">
                  <c:v>9</c:v>
                </c:pt>
                <c:pt idx="10">
                  <c:v>10</c:v>
                </c:pt>
              </c:numCache>
            </c:numRef>
          </c:cat>
          <c:val>
            <c:numRef>
              <c:f>'Chart Data'!$D$2:$D$12</c:f>
              <c:numCache>
                <c:formatCode>General</c:formatCode>
                <c:ptCount val="11"/>
                <c:pt idx="0">
                  <c:v>16</c:v>
                </c:pt>
                <c:pt idx="1">
                  <c:v>16</c:v>
                </c:pt>
                <c:pt idx="2">
                  <c:v>16</c:v>
                </c:pt>
                <c:pt idx="3">
                  <c:v>13</c:v>
                </c:pt>
                <c:pt idx="4">
                  <c:v>13</c:v>
                </c:pt>
                <c:pt idx="5">
                  <c:v>8</c:v>
                </c:pt>
                <c:pt idx="6">
                  <c:v>8</c:v>
                </c:pt>
                <c:pt idx="7">
                  <c:v>5</c:v>
                </c:pt>
                <c:pt idx="8">
                  <c:v>5</c:v>
                </c:pt>
                <c:pt idx="9">
                  <c:v>5</c:v>
                </c:pt>
                <c:pt idx="10">
                  <c:v>0</c:v>
                </c:pt>
              </c:numCache>
            </c:numRef>
          </c:val>
          <c:smooth val="0"/>
        </c:ser>
        <c:dLbls>
          <c:txPr>
            <a:bodyPr anchorCtr="1"/>
            <a:lstStyle/>
            <a:p>
              <a:pPr>
                <a:defRPr>
                  <a:latin typeface="Arial"/>
                  <a:ea typeface="Arial"/>
                  <a:cs typeface="Arial"/>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title>
          <c:tx>
            <c:rich>
              <a:bodyPr/>
              <a:lstStyle/>
              <a:p>
                <a:r>
                  <a:rPr>
                    <a:latin typeface="Arial"/>
                    <a:ea typeface="Arial"/>
                    <a:cs typeface="Arial"/>
                  </a:rPr>
                  <a:t>Día hábil</a:t>
                </a:r>
              </a:p>
            </c:rich>
          </c:tx>
          <c:overlay val="0"/>
          <c:txPr>
            <a:bodyPr anchorCtr="1"/>
            <a:lstStyle/>
            <a:p>
              <a:pPr>
                <a:defRPr>
                  <a:latin typeface="Arial"/>
                  <a:ea typeface="Arial"/>
                  <a:cs typeface="Arial"/>
                </a:defRPr>
              </a:pPr>
            </a:p>
          </c:txPr>
        </c:title>
        <c:numFmt formatCode="General"/>
        <c:majorTickMark val="none"/>
        <c:minorTickMark val="none"/>
        <c:spPr>
          <a:ln w="9525">
            <a:solidFill>
              <a:srgbClr val="D4D4D4"/>
            </a:solidFill>
            <a:prstDash val="solid"/>
          </a:ln>
        </c:spPr>
        <c:txPr>
          <a:bodyPr anchorCtr="1"/>
          <a:lstStyle/>
          <a:p>
            <a:pPr>
              <a:defRPr sz="1275">
                <a:solidFill>
                  <a:srgbClr val="666666"/>
                </a:solidFill>
                <a:latin typeface="Arial"/>
                <a:ea typeface="Arial"/>
                <a:cs typeface="Arial"/>
              </a:defRPr>
            </a:pPr>
          </a:p>
        </c:txPr>
        <c:crossAx val="48672768"/>
      </c:catAx>
      <c:valAx>
        <c:axId val="48672768"/>
        <c:scaling>
          <c:orientation val="minMax"/>
          <c:max val="20"/>
          <c:min val="0"/>
        </c:scaling>
        <c:delete val="0"/>
        <c:axPos val="l"/>
        <c:majorGridlines>
          <c:spPr>
            <a:ln w="9525">
              <a:solidFill>
                <a:srgbClr val="DAE4E9"/>
              </a:solidFill>
            </a:ln>
          </c:spPr>
        </c:majorGridlines>
        <c:title>
          <c:tx>
            <c:rich>
              <a:bodyPr/>
              <a:lstStyle/>
              <a:p>
                <a:r>
                  <a:rPr>
                    <a:latin typeface="Arial"/>
                    <a:ea typeface="Arial"/>
                    <a:cs typeface="Arial"/>
                  </a:rPr>
                  <a:t>Puntos pendientes</a:t>
                </a:r>
              </a:p>
            </c:rich>
          </c:tx>
          <c:overlay val="0"/>
          <c:txPr>
            <a:bodyPr anchorCtr="1"/>
            <a:lstStyle/>
            <a:p>
              <a:pPr>
                <a:defRPr>
                  <a:latin typeface="Arial"/>
                  <a:ea typeface="Arial"/>
                  <a:cs typeface="Arial"/>
                </a:defRPr>
              </a:pPr>
            </a:p>
          </c:txPr>
        </c:title>
        <c:numFmt formatCode="General"/>
        <c:majorTickMark val="none"/>
        <c:minorTickMark val="none"/>
        <c:spPr>
          <a:ln w="9525">
            <a:solidFill>
              <a:srgbClr val="D4D4D4"/>
            </a:solidFill>
            <a:prstDash val="solid"/>
          </a:ln>
        </c:spPr>
        <c:txPr>
          <a:bodyPr anchorCtr="1"/>
          <a:lstStyle/>
          <a:p>
            <a:pPr>
              <a:defRPr sz="1275">
                <a:solidFill>
                  <a:srgbClr val="666666"/>
                </a:solidFill>
                <a:latin typeface="Arial"/>
                <a:ea typeface="Arial"/>
                <a:cs typeface="Arial"/>
              </a:defRPr>
            </a:pPr>
          </a:p>
        </c:txPr>
        <c:crossAx val="48650112"/>
        <c:crossBetween val="between"/>
        <c:majorUnit val="5"/>
      </c:valAx>
    </c:plotArea>
    <c:legend>
      <c:legendPos val="b"/>
      <c:overlay val="0"/>
      <c:txPr>
        <a:bodyPr anchorCtr="1"/>
        <a:lstStyle/>
        <a:p>
          <a:pPr>
            <a:defRPr sz="1350">
              <a:latin typeface="Arial"/>
              <a:ea typeface="Arial"/>
              <a:cs typeface="Arial"/>
            </a:defRPr>
          </a:pPr>
        </a:p>
      </c:txPr>
    </c:legend>
    <c:plotVisOnly val="1"/>
  </c:chart>
  <c:externalData r:id="rIdChartSnapshot1">
    <c:autoUpdate val="0"/>
  </c:externalData>
</c:chartSpace>
</file>

<file path=ppt/slides/charts/chart4.xml><?xml version="1.0" encoding="utf-8"?>
<c:chartSpace xmlns:a="http://schemas.openxmlformats.org/drawingml/2006/main" xmlns:c="http://schemas.openxmlformats.org/drawingml/2006/chart" xmlns:r="http://schemas.openxmlformats.org/officeDocument/2006/relationships">
  <c:lang val="en-US"/>
  <c:chart>
    <c:plotArea>
      <c:lineChart>
        <c:grouping val="standard"/>
        <c:varyColors val="0"/>
        <c:ser>
          <c:idx val="0"/>
          <c:order val="0"/>
          <c:tx>
            <c:v>Ideal</c:v>
          </c:tx>
          <c:spPr>
            <a:ln w="19050">
              <a:solidFill>
                <a:srgbClr val="B7C5CC"/>
              </a:solidFill>
              <a:prstDash val="dash"/>
            </a:ln>
          </c:spPr>
          <c:marker>
            <c:symbol val="none"/>
          </c:marker>
          <c:cat>
            <c:numRef>
              <c:f>'Chart Data'!$A$2:$A$12</c:f>
              <c:numCache>
                <c:formatCode>General</c:formatCode>
                <c:ptCount val="11"/>
                <c:pt idx="0">
                  <c:v>0</c:v>
                </c:pt>
                <c:pt idx="1">
                  <c:v>1</c:v>
                </c:pt>
                <c:pt idx="2">
                  <c:v>2</c:v>
                </c:pt>
                <c:pt idx="3">
                  <c:v>3</c:v>
                </c:pt>
                <c:pt idx="4">
                  <c:v>4</c:v>
                </c:pt>
                <c:pt idx="5">
                  <c:v>5</c:v>
                </c:pt>
                <c:pt idx="6">
                  <c:v>6</c:v>
                </c:pt>
                <c:pt idx="7">
                  <c:v>7</c:v>
                </c:pt>
                <c:pt idx="8">
                  <c:v>8</c:v>
                </c:pt>
                <c:pt idx="9">
                  <c:v>9</c:v>
                </c:pt>
                <c:pt idx="10">
                  <c:v>10</c:v>
                </c:pt>
              </c:numCache>
            </c:numRef>
          </c:cat>
          <c:val>
            <c:numRef>
              <c:f>'Chart Data'!$B$2:$B$12</c:f>
              <c:numCache>
                <c:formatCode>General</c:formatCode>
                <c:ptCount val="11"/>
                <c:pt idx="0">
                  <c:v>20</c:v>
                </c:pt>
                <c:pt idx="1">
                  <c:v>18</c:v>
                </c:pt>
                <c:pt idx="2">
                  <c:v>16</c:v>
                </c:pt>
                <c:pt idx="3">
                  <c:v>14</c:v>
                </c:pt>
                <c:pt idx="4">
                  <c:v>12</c:v>
                </c:pt>
                <c:pt idx="5">
                  <c:v>10</c:v>
                </c:pt>
                <c:pt idx="6">
                  <c:v>8</c:v>
                </c:pt>
                <c:pt idx="7">
                  <c:v>6</c:v>
                </c:pt>
                <c:pt idx="8">
                  <c:v>4</c:v>
                </c:pt>
                <c:pt idx="9">
                  <c:v>2</c:v>
                </c:pt>
                <c:pt idx="10">
                  <c:v>0</c:v>
                </c:pt>
              </c:numCache>
            </c:numRef>
          </c:val>
          <c:smooth val="0"/>
        </c:ser>
        <c:ser>
          <c:idx val="1"/>
          <c:order val="1"/>
          <c:tx>
            <c:v>Reconstruido</c:v>
          </c:tx>
          <c:spPr>
            <a:ln w="38100">
              <a:solidFill>
                <a:srgbClr val="C41446"/>
              </a:solidFill>
            </a:ln>
          </c:spPr>
          <c:marker>
            <c:symbol val="circle"/>
            <c:size val="7"/>
            <c:spPr>
              <a:solidFill>
                <a:srgbClr val="C41446"/>
              </a:solidFill>
            </c:spPr>
          </c:marker>
          <c:cat>
            <c:numRef>
              <c:f>'Chart Data'!$C$2:$C$12</c:f>
              <c:numCache>
                <c:formatCode>General</c:formatCode>
                <c:ptCount val="11"/>
                <c:pt idx="0">
                  <c:v>0</c:v>
                </c:pt>
                <c:pt idx="1">
                  <c:v>1</c:v>
                </c:pt>
                <c:pt idx="2">
                  <c:v>2</c:v>
                </c:pt>
                <c:pt idx="3">
                  <c:v>3</c:v>
                </c:pt>
                <c:pt idx="4">
                  <c:v>4</c:v>
                </c:pt>
                <c:pt idx="5">
                  <c:v>5</c:v>
                </c:pt>
                <c:pt idx="6">
                  <c:v>6</c:v>
                </c:pt>
                <c:pt idx="7">
                  <c:v>7</c:v>
                </c:pt>
                <c:pt idx="8">
                  <c:v>8</c:v>
                </c:pt>
                <c:pt idx="9">
                  <c:v>9</c:v>
                </c:pt>
                <c:pt idx="10">
                  <c:v>10</c:v>
                </c:pt>
              </c:numCache>
            </c:numRef>
          </c:cat>
          <c:val>
            <c:numRef>
              <c:f>'Chart Data'!$D$2:$D$12</c:f>
              <c:numCache>
                <c:formatCode>General</c:formatCode>
                <c:ptCount val="11"/>
                <c:pt idx="0">
                  <c:v>20</c:v>
                </c:pt>
                <c:pt idx="1">
                  <c:v>20</c:v>
                </c:pt>
                <c:pt idx="2">
                  <c:v>20</c:v>
                </c:pt>
                <c:pt idx="3">
                  <c:v>18</c:v>
                </c:pt>
                <c:pt idx="4">
                  <c:v>18</c:v>
                </c:pt>
                <c:pt idx="5">
                  <c:v>15</c:v>
                </c:pt>
                <c:pt idx="6">
                  <c:v>15</c:v>
                </c:pt>
                <c:pt idx="7">
                  <c:v>15</c:v>
                </c:pt>
                <c:pt idx="8">
                  <c:v>8</c:v>
                </c:pt>
                <c:pt idx="9">
                  <c:v>8</c:v>
                </c:pt>
                <c:pt idx="10">
                  <c:v>5</c:v>
                </c:pt>
              </c:numCache>
            </c:numRef>
          </c:val>
          <c:smooth val="0"/>
        </c:ser>
        <c:dLbls>
          <c:txPr>
            <a:bodyPr anchorCtr="1"/>
            <a:lstStyle/>
            <a:p>
              <a:pPr>
                <a:defRPr>
                  <a:latin typeface="Arial"/>
                  <a:ea typeface="Arial"/>
                  <a:cs typeface="Arial"/>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title>
          <c:tx>
            <c:rich>
              <a:bodyPr/>
              <a:lstStyle/>
              <a:p>
                <a:r>
                  <a:rPr>
                    <a:latin typeface="Arial"/>
                    <a:ea typeface="Arial"/>
                    <a:cs typeface="Arial"/>
                  </a:rPr>
                  <a:t>Día hábil</a:t>
                </a:r>
              </a:p>
            </c:rich>
          </c:tx>
          <c:overlay val="0"/>
          <c:txPr>
            <a:bodyPr anchorCtr="1"/>
            <a:lstStyle/>
            <a:p>
              <a:pPr>
                <a:defRPr>
                  <a:latin typeface="Arial"/>
                  <a:ea typeface="Arial"/>
                  <a:cs typeface="Arial"/>
                </a:defRPr>
              </a:pPr>
            </a:p>
          </c:txPr>
        </c:title>
        <c:numFmt formatCode="General"/>
        <c:majorTickMark val="none"/>
        <c:minorTickMark val="none"/>
        <c:spPr>
          <a:ln w="9525">
            <a:solidFill>
              <a:srgbClr val="D4D4D4"/>
            </a:solidFill>
            <a:prstDash val="solid"/>
          </a:ln>
        </c:spPr>
        <c:txPr>
          <a:bodyPr anchorCtr="1"/>
          <a:lstStyle/>
          <a:p>
            <a:pPr>
              <a:defRPr sz="1275">
                <a:solidFill>
                  <a:srgbClr val="666666"/>
                </a:solidFill>
                <a:latin typeface="Arial"/>
                <a:ea typeface="Arial"/>
                <a:cs typeface="Arial"/>
              </a:defRPr>
            </a:pPr>
          </a:p>
        </c:txPr>
        <c:crossAx val="48672768"/>
      </c:catAx>
      <c:valAx>
        <c:axId val="48672768"/>
        <c:scaling>
          <c:orientation val="minMax"/>
          <c:max val="20"/>
          <c:min val="0"/>
        </c:scaling>
        <c:delete val="0"/>
        <c:axPos val="l"/>
        <c:majorGridlines>
          <c:spPr>
            <a:ln w="9525">
              <a:solidFill>
                <a:srgbClr val="DAE4E9"/>
              </a:solidFill>
            </a:ln>
          </c:spPr>
        </c:majorGridlines>
        <c:title>
          <c:tx>
            <c:rich>
              <a:bodyPr/>
              <a:lstStyle/>
              <a:p>
                <a:r>
                  <a:rPr>
                    <a:latin typeface="Arial"/>
                    <a:ea typeface="Arial"/>
                    <a:cs typeface="Arial"/>
                  </a:rPr>
                  <a:t>Puntos pendientes</a:t>
                </a:r>
              </a:p>
            </c:rich>
          </c:tx>
          <c:overlay val="0"/>
          <c:txPr>
            <a:bodyPr anchorCtr="1"/>
            <a:lstStyle/>
            <a:p>
              <a:pPr>
                <a:defRPr>
                  <a:latin typeface="Arial"/>
                  <a:ea typeface="Arial"/>
                  <a:cs typeface="Arial"/>
                </a:defRPr>
              </a:pPr>
            </a:p>
          </c:txPr>
        </c:title>
        <c:numFmt formatCode="General"/>
        <c:majorTickMark val="none"/>
        <c:minorTickMark val="none"/>
        <c:spPr>
          <a:ln w="9525">
            <a:solidFill>
              <a:srgbClr val="D4D4D4"/>
            </a:solidFill>
            <a:prstDash val="solid"/>
          </a:ln>
        </c:spPr>
        <c:txPr>
          <a:bodyPr anchorCtr="1"/>
          <a:lstStyle/>
          <a:p>
            <a:pPr>
              <a:defRPr sz="1275">
                <a:solidFill>
                  <a:srgbClr val="666666"/>
                </a:solidFill>
                <a:latin typeface="Arial"/>
                <a:ea typeface="Arial"/>
                <a:cs typeface="Arial"/>
              </a:defRPr>
            </a:pPr>
          </a:p>
        </c:txPr>
        <c:crossAx val="48650112"/>
        <c:crossBetween val="between"/>
        <c:majorUnit val="5"/>
      </c:valAx>
    </c:plotArea>
    <c:legend>
      <c:legendPos val="b"/>
      <c:overlay val="0"/>
      <c:txPr>
        <a:bodyPr anchorCtr="1"/>
        <a:lstStyle/>
        <a:p>
          <a:pPr>
            <a:defRPr sz="1350">
              <a:latin typeface="Arial"/>
              <a:ea typeface="Arial"/>
              <a:cs typeface="Arial"/>
            </a:defRPr>
          </a:pPr>
        </a:p>
      </c:txPr>
    </c:legend>
    <c:plotVisOnly val="1"/>
  </c:chart>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04D70"/>
        </a:solidFill>
      </p:bgPr>
    </p:bg>
    <p:spTree>
      <p:nvGrpSpPr>
        <p:cNvPr id="1" name=""/>
        <p:cNvGrpSpPr/>
        <p:nvPr/>
      </p:nvGrpSpPr>
      <p:grpSpPr>
        <a:xfrm xmlns:a="http://schemas.openxmlformats.org/drawingml/2006/main"/>
      </p:grpSpPr>
      <p:sp>
        <p:nvSpPr>
          <p:cNvPr id="8" name="DataForge Consulting">
            <a:extLst xmlns:a="http://schemas.openxmlformats.org/drawingml/2006/main">
              <a:ext uri="{FF2B5EF4-FFF2-40B4-BE49-F238E27FC236}">
                <a16:creationId xmlns:a16="http://schemas.microsoft.com/office/drawing/2014/main" id="{8A79700D-0E45-4039-8642-F6E4D1F5544F}"/>
              </a:ext>
            </a:extLst>
          </p:cNvPr>
          <p:cNvSpPr>
            <a:spLocks xmlns:a="http://schemas.openxmlformats.org/drawingml/2006/main" noGrp="1"/>
          </p:cNvSpPr>
          <p:nvPr/>
        </p:nvSpPr>
        <p:spPr>
          <a:xfrm xmlns:a="http://schemas.openxmlformats.org/drawingml/2006/main">
            <a:off x="609600" y="514350"/>
            <a:ext cx="1047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100" b="1">
                <a:solidFill>
                  <a:srgbClr val="FFFFFF"/>
                </a:solidFill>
                <a:latin typeface="Arial"/>
                <a:ea typeface="Arial"/>
                <a:cs typeface="Arial"/>
              </a:defRPr>
            </a:defPPr>
            <a:lvl1pPr algn="l">
              <a:defRPr sz="2100" b="1">
                <a:solidFill>
                  <a:srgbClr val="FFFFFF"/>
                </a:solidFill>
                <a:latin typeface="Arial"/>
                <a:ea typeface="Arial"/>
                <a:cs typeface="Arial"/>
              </a:defRPr>
            </a:lvl1pPr>
            <a:lvl2pPr algn="l">
              <a:defRPr sz="2100" b="1">
                <a:solidFill>
                  <a:srgbClr val="FFFFFF"/>
                </a:solidFill>
                <a:latin typeface="Arial"/>
                <a:ea typeface="Arial"/>
                <a:cs typeface="Arial"/>
              </a:defRPr>
            </a:lvl2pPr>
            <a:lvl3pPr algn="l">
              <a:defRPr sz="2100" b="1">
                <a:solidFill>
                  <a:srgbClr val="FFFFFF"/>
                </a:solidFill>
                <a:latin typeface="Arial"/>
                <a:ea typeface="Arial"/>
                <a:cs typeface="Arial"/>
              </a:defRPr>
            </a:lvl3pPr>
            <a:lvl4pPr algn="l">
              <a:defRPr sz="2100" b="1">
                <a:solidFill>
                  <a:srgbClr val="FFFFFF"/>
                </a:solidFill>
                <a:latin typeface="Arial"/>
                <a:ea typeface="Arial"/>
                <a:cs typeface="Arial"/>
              </a:defRPr>
            </a:lvl4pPr>
            <a:lvl5pPr algn="l">
              <a:defRPr sz="2100" b="1">
                <a:solidFill>
                  <a:srgbClr val="FFFFFF"/>
                </a:solidFill>
                <a:latin typeface="Arial"/>
                <a:ea typeface="Arial"/>
                <a:cs typeface="Arial"/>
              </a:defRPr>
            </a:lvl5pPr>
            <a:lvl6pPr algn="l">
              <a:defRPr sz="2100" b="1">
                <a:solidFill>
                  <a:srgbClr val="FFFFFF"/>
                </a:solidFill>
                <a:latin typeface="Arial"/>
                <a:ea typeface="Arial"/>
                <a:cs typeface="Arial"/>
              </a:defRPr>
            </a:lvl6pPr>
            <a:lvl7pPr algn="l">
              <a:defRPr sz="2100" b="1">
                <a:solidFill>
                  <a:srgbClr val="FFFFFF"/>
                </a:solidFill>
                <a:latin typeface="Arial"/>
                <a:ea typeface="Arial"/>
                <a:cs typeface="Arial"/>
              </a:defRPr>
            </a:lvl7pPr>
            <a:lvl8pPr algn="l">
              <a:defRPr sz="2100" b="1">
                <a:solidFill>
                  <a:srgbClr val="FFFFFF"/>
                </a:solidFill>
                <a:latin typeface="Arial"/>
                <a:ea typeface="Arial"/>
                <a:cs typeface="Arial"/>
              </a:defRPr>
            </a:lvl8pPr>
            <a:lvl9pPr algn="l">
              <a:defRPr sz="2100" b="1">
                <a:solidFill>
                  <a:srgbClr val="FFFFFF"/>
                </a:solidFill>
                <a:latin typeface="Arial"/>
                <a:ea typeface="Arial"/>
                <a:cs typeface="Arial"/>
              </a:defRPr>
            </a:lvl9pPr>
          </a:lstStyle>
          <a:p xmlns:a="http://schemas.openxmlformats.org/drawingml/2006/main">
            <a:pPr algn="l">
              <a:buNone/>
              <a:defRPr sz="2100" b="1">
                <a:solidFill>
                  <a:srgbClr val="FFFFFF"/>
                </a:solidFill>
                <a:latin typeface="Arial"/>
                <a:ea typeface="Arial"/>
                <a:cs typeface="Arial"/>
              </a:defRPr>
            </a:pPr>
            <a:r>
              <a:rPr sz="2100" b="1">
                <a:solidFill>
                  <a:srgbClr val="FFFFFF"/>
                </a:solidFill>
                <a:latin typeface="Arial"/>
                <a:ea typeface="Arial"/>
                <a:cs typeface="Arial"/>
              </a:rPr>
              <a:t>DataForge Consulting</a:t>
            </a:r>
          </a:p>
        </p:txBody>
      </p:sp>
      <p:sp>
        <p:nvSpPr>
          <p:cNvPr id="2" name="FinBank">
            <a:extLst xmlns:a="http://schemas.openxmlformats.org/drawingml/2006/main">
              <a:ext uri="{FF2B5EF4-FFF2-40B4-BE49-F238E27FC236}">
                <a16:creationId xmlns:a16="http://schemas.microsoft.com/office/drawing/2014/main" id="{3D81BD61-733C-4EA1-B506-2BAB1B2869E5}"/>
              </a:ext>
            </a:extLst>
          </p:cNvPr>
          <p:cNvSpPr>
            <a:spLocks xmlns:a="http://schemas.openxmlformats.org/drawingml/2006/main" noGrp="1"/>
          </p:cNvSpPr>
          <p:nvPr/>
        </p:nvSpPr>
        <p:spPr>
          <a:xfrm xmlns:a="http://schemas.openxmlformats.org/drawingml/2006/main">
            <a:off x="609600" y="1657350"/>
            <a:ext cx="104775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6300" b="1">
                <a:solidFill>
                  <a:srgbClr val="FFFFFF"/>
                </a:solidFill>
                <a:latin typeface="Arial"/>
                <a:ea typeface="Arial"/>
                <a:cs typeface="Arial"/>
              </a:defRPr>
            </a:defPPr>
            <a:lvl1pPr algn="l">
              <a:defRPr sz="6300" b="1">
                <a:solidFill>
                  <a:srgbClr val="FFFFFF"/>
                </a:solidFill>
                <a:latin typeface="Arial"/>
                <a:ea typeface="Arial"/>
                <a:cs typeface="Arial"/>
              </a:defRPr>
            </a:lvl1pPr>
            <a:lvl2pPr algn="l">
              <a:defRPr sz="6300" b="1">
                <a:solidFill>
                  <a:srgbClr val="FFFFFF"/>
                </a:solidFill>
                <a:latin typeface="Arial"/>
                <a:ea typeface="Arial"/>
                <a:cs typeface="Arial"/>
              </a:defRPr>
            </a:lvl2pPr>
            <a:lvl3pPr algn="l">
              <a:defRPr sz="6300" b="1">
                <a:solidFill>
                  <a:srgbClr val="FFFFFF"/>
                </a:solidFill>
                <a:latin typeface="Arial"/>
                <a:ea typeface="Arial"/>
                <a:cs typeface="Arial"/>
              </a:defRPr>
            </a:lvl3pPr>
            <a:lvl4pPr algn="l">
              <a:defRPr sz="6300" b="1">
                <a:solidFill>
                  <a:srgbClr val="FFFFFF"/>
                </a:solidFill>
                <a:latin typeface="Arial"/>
                <a:ea typeface="Arial"/>
                <a:cs typeface="Arial"/>
              </a:defRPr>
            </a:lvl4pPr>
            <a:lvl5pPr algn="l">
              <a:defRPr sz="6300" b="1">
                <a:solidFill>
                  <a:srgbClr val="FFFFFF"/>
                </a:solidFill>
                <a:latin typeface="Arial"/>
                <a:ea typeface="Arial"/>
                <a:cs typeface="Arial"/>
              </a:defRPr>
            </a:lvl5pPr>
            <a:lvl6pPr algn="l">
              <a:defRPr sz="6300" b="1">
                <a:solidFill>
                  <a:srgbClr val="FFFFFF"/>
                </a:solidFill>
                <a:latin typeface="Arial"/>
                <a:ea typeface="Arial"/>
                <a:cs typeface="Arial"/>
              </a:defRPr>
            </a:lvl6pPr>
            <a:lvl7pPr algn="l">
              <a:defRPr sz="6300" b="1">
                <a:solidFill>
                  <a:srgbClr val="FFFFFF"/>
                </a:solidFill>
                <a:latin typeface="Arial"/>
                <a:ea typeface="Arial"/>
                <a:cs typeface="Arial"/>
              </a:defRPr>
            </a:lvl7pPr>
            <a:lvl8pPr algn="l">
              <a:defRPr sz="6300" b="1">
                <a:solidFill>
                  <a:srgbClr val="FFFFFF"/>
                </a:solidFill>
                <a:latin typeface="Arial"/>
                <a:ea typeface="Arial"/>
                <a:cs typeface="Arial"/>
              </a:defRPr>
            </a:lvl8pPr>
            <a:lvl9pPr algn="l">
              <a:defRPr sz="6300" b="1">
                <a:solidFill>
                  <a:srgbClr val="FFFFFF"/>
                </a:solidFill>
                <a:latin typeface="Arial"/>
                <a:ea typeface="Arial"/>
                <a:cs typeface="Arial"/>
              </a:defRPr>
            </a:lvl9pPr>
          </a:lstStyle>
          <a:p xmlns:a="http://schemas.openxmlformats.org/drawingml/2006/main">
            <a:pPr algn="l">
              <a:buNone/>
              <a:defRPr sz="6300" b="1">
                <a:solidFill>
                  <a:srgbClr val="FFFFFF"/>
                </a:solidFill>
                <a:latin typeface="Arial"/>
                <a:ea typeface="Arial"/>
                <a:cs typeface="Arial"/>
              </a:defRPr>
            </a:pPr>
            <a:r>
              <a:rPr sz="6300" b="1">
                <a:solidFill>
                  <a:srgbClr val="FFFFFF"/>
                </a:solidFill>
                <a:latin typeface="Arial"/>
                <a:ea typeface="Arial"/>
                <a:cs typeface="Arial"/>
              </a:rPr>
              <a:t>FinBank</a:t>
            </a:r>
          </a:p>
        </p:txBody>
      </p:sp>
      <p:sp>
        <p:nvSpPr>
          <p:cNvPr id="3" name="Seguimiento del corte 2">
            <a:extLst xmlns:a="http://schemas.openxmlformats.org/drawingml/2006/main">
              <a:ext uri="{FF2B5EF4-FFF2-40B4-BE49-F238E27FC236}">
                <a16:creationId xmlns:a16="http://schemas.microsoft.com/office/drawing/2014/main" id="{5AFDC7A0-F305-483E-9B72-9835F3F4F80F}"/>
              </a:ext>
            </a:extLst>
          </p:cNvPr>
          <p:cNvSpPr>
            <a:spLocks xmlns:a="http://schemas.openxmlformats.org/drawingml/2006/main" noGrp="1"/>
          </p:cNvSpPr>
          <p:nvPr/>
        </p:nvSpPr>
        <p:spPr>
          <a:xfrm xmlns:a="http://schemas.openxmlformats.org/drawingml/2006/main">
            <a:off x="609600" y="2781300"/>
            <a:ext cx="1047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3600" b="0">
                <a:solidFill>
                  <a:srgbClr val="FFFFFF"/>
                </a:solidFill>
                <a:latin typeface="Arial"/>
                <a:ea typeface="Arial"/>
                <a:cs typeface="Arial"/>
              </a:defRPr>
            </a:defPPr>
            <a:lvl1pPr algn="l">
              <a:defRPr sz="3600" b="0">
                <a:solidFill>
                  <a:srgbClr val="FFFFFF"/>
                </a:solidFill>
                <a:latin typeface="Arial"/>
                <a:ea typeface="Arial"/>
                <a:cs typeface="Arial"/>
              </a:defRPr>
            </a:lvl1pPr>
            <a:lvl2pPr algn="l">
              <a:defRPr sz="3600" b="0">
                <a:solidFill>
                  <a:srgbClr val="FFFFFF"/>
                </a:solidFill>
                <a:latin typeface="Arial"/>
                <a:ea typeface="Arial"/>
                <a:cs typeface="Arial"/>
              </a:defRPr>
            </a:lvl2pPr>
            <a:lvl3pPr algn="l">
              <a:defRPr sz="3600" b="0">
                <a:solidFill>
                  <a:srgbClr val="FFFFFF"/>
                </a:solidFill>
                <a:latin typeface="Arial"/>
                <a:ea typeface="Arial"/>
                <a:cs typeface="Arial"/>
              </a:defRPr>
            </a:lvl3pPr>
            <a:lvl4pPr algn="l">
              <a:defRPr sz="3600" b="0">
                <a:solidFill>
                  <a:srgbClr val="FFFFFF"/>
                </a:solidFill>
                <a:latin typeface="Arial"/>
                <a:ea typeface="Arial"/>
                <a:cs typeface="Arial"/>
              </a:defRPr>
            </a:lvl4pPr>
            <a:lvl5pPr algn="l">
              <a:defRPr sz="3600" b="0">
                <a:solidFill>
                  <a:srgbClr val="FFFFFF"/>
                </a:solidFill>
                <a:latin typeface="Arial"/>
                <a:ea typeface="Arial"/>
                <a:cs typeface="Arial"/>
              </a:defRPr>
            </a:lvl5pPr>
            <a:lvl6pPr algn="l">
              <a:defRPr sz="3600" b="0">
                <a:solidFill>
                  <a:srgbClr val="FFFFFF"/>
                </a:solidFill>
                <a:latin typeface="Arial"/>
                <a:ea typeface="Arial"/>
                <a:cs typeface="Arial"/>
              </a:defRPr>
            </a:lvl6pPr>
            <a:lvl7pPr algn="l">
              <a:defRPr sz="3600" b="0">
                <a:solidFill>
                  <a:srgbClr val="FFFFFF"/>
                </a:solidFill>
                <a:latin typeface="Arial"/>
                <a:ea typeface="Arial"/>
                <a:cs typeface="Arial"/>
              </a:defRPr>
            </a:lvl7pPr>
            <a:lvl8pPr algn="l">
              <a:defRPr sz="3600" b="0">
                <a:solidFill>
                  <a:srgbClr val="FFFFFF"/>
                </a:solidFill>
                <a:latin typeface="Arial"/>
                <a:ea typeface="Arial"/>
                <a:cs typeface="Arial"/>
              </a:defRPr>
            </a:lvl8pPr>
            <a:lvl9pPr algn="l">
              <a:defRPr sz="3600" b="0">
                <a:solidFill>
                  <a:srgbClr val="FFFFFF"/>
                </a:solidFill>
                <a:latin typeface="Arial"/>
                <a:ea typeface="Arial"/>
                <a:cs typeface="Arial"/>
              </a:defRPr>
            </a:lvl9pPr>
          </a:lstStyle>
          <a:p xmlns:a="http://schemas.openxmlformats.org/drawingml/2006/main">
            <a:pPr algn="l">
              <a:buNone/>
              <a:defRPr sz="3600" b="0">
                <a:solidFill>
                  <a:srgbClr val="FFFFFF"/>
                </a:solidFill>
                <a:latin typeface="Arial"/>
                <a:ea typeface="Arial"/>
                <a:cs typeface="Arial"/>
              </a:defRPr>
            </a:pPr>
            <a:r>
              <a:rPr sz="3600" b="0">
                <a:solidFill>
                  <a:srgbClr val="FFFFFF"/>
                </a:solidFill>
                <a:latin typeface="Arial"/>
                <a:ea typeface="Arial"/>
                <a:cs typeface="Arial"/>
              </a:rPr>
              <a:t>Seguimiento del corte 2</a:t>
            </a:r>
          </a:p>
        </p:txBody>
      </p:sp>
      <p:sp>
        <p:nvSpPr>
          <p:cNvPr id="4" name="Capacidad, calidad y decisiones para el clien">
            <a:extLst xmlns:a="http://schemas.openxmlformats.org/drawingml/2006/main">
              <a:ext uri="{FF2B5EF4-FFF2-40B4-BE49-F238E27FC236}">
                <a16:creationId xmlns:a16="http://schemas.microsoft.com/office/drawing/2014/main" id="{7D53FA90-810F-4BF4-827C-CD4917EC63E9}"/>
              </a:ext>
            </a:extLst>
          </p:cNvPr>
          <p:cNvSpPr>
            <a:spLocks xmlns:a="http://schemas.openxmlformats.org/drawingml/2006/main" noGrp="1"/>
          </p:cNvSpPr>
          <p:nvPr/>
        </p:nvSpPr>
        <p:spPr>
          <a:xfrm xmlns:a="http://schemas.openxmlformats.org/drawingml/2006/main">
            <a:off x="609600" y="3676650"/>
            <a:ext cx="10477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250" b="0">
                <a:solidFill>
                  <a:srgbClr val="BFE8EA"/>
                </a:solidFill>
                <a:latin typeface="Arial"/>
                <a:ea typeface="Arial"/>
                <a:cs typeface="Arial"/>
              </a:defRPr>
            </a:defPPr>
            <a:lvl1pPr algn="l">
              <a:defRPr sz="2250" b="0">
                <a:solidFill>
                  <a:srgbClr val="BFE8EA"/>
                </a:solidFill>
                <a:latin typeface="Arial"/>
                <a:ea typeface="Arial"/>
                <a:cs typeface="Arial"/>
              </a:defRPr>
            </a:lvl1pPr>
            <a:lvl2pPr algn="l">
              <a:defRPr sz="2250" b="0">
                <a:solidFill>
                  <a:srgbClr val="BFE8EA"/>
                </a:solidFill>
                <a:latin typeface="Arial"/>
                <a:ea typeface="Arial"/>
                <a:cs typeface="Arial"/>
              </a:defRPr>
            </a:lvl2pPr>
            <a:lvl3pPr algn="l">
              <a:defRPr sz="2250" b="0">
                <a:solidFill>
                  <a:srgbClr val="BFE8EA"/>
                </a:solidFill>
                <a:latin typeface="Arial"/>
                <a:ea typeface="Arial"/>
                <a:cs typeface="Arial"/>
              </a:defRPr>
            </a:lvl3pPr>
            <a:lvl4pPr algn="l">
              <a:defRPr sz="2250" b="0">
                <a:solidFill>
                  <a:srgbClr val="BFE8EA"/>
                </a:solidFill>
                <a:latin typeface="Arial"/>
                <a:ea typeface="Arial"/>
                <a:cs typeface="Arial"/>
              </a:defRPr>
            </a:lvl4pPr>
            <a:lvl5pPr algn="l">
              <a:defRPr sz="2250" b="0">
                <a:solidFill>
                  <a:srgbClr val="BFE8EA"/>
                </a:solidFill>
                <a:latin typeface="Arial"/>
                <a:ea typeface="Arial"/>
                <a:cs typeface="Arial"/>
              </a:defRPr>
            </a:lvl5pPr>
            <a:lvl6pPr algn="l">
              <a:defRPr sz="2250" b="0">
                <a:solidFill>
                  <a:srgbClr val="BFE8EA"/>
                </a:solidFill>
                <a:latin typeface="Arial"/>
                <a:ea typeface="Arial"/>
                <a:cs typeface="Arial"/>
              </a:defRPr>
            </a:lvl6pPr>
            <a:lvl7pPr algn="l">
              <a:defRPr sz="2250" b="0">
                <a:solidFill>
                  <a:srgbClr val="BFE8EA"/>
                </a:solidFill>
                <a:latin typeface="Arial"/>
                <a:ea typeface="Arial"/>
                <a:cs typeface="Arial"/>
              </a:defRPr>
            </a:lvl7pPr>
            <a:lvl8pPr algn="l">
              <a:defRPr sz="2250" b="0">
                <a:solidFill>
                  <a:srgbClr val="BFE8EA"/>
                </a:solidFill>
                <a:latin typeface="Arial"/>
                <a:ea typeface="Arial"/>
                <a:cs typeface="Arial"/>
              </a:defRPr>
            </a:lvl8pPr>
            <a:lvl9pPr algn="l">
              <a:defRPr sz="2250" b="0">
                <a:solidFill>
                  <a:srgbClr val="BFE8EA"/>
                </a:solidFill>
                <a:latin typeface="Arial"/>
                <a:ea typeface="Arial"/>
                <a:cs typeface="Arial"/>
              </a:defRPr>
            </a:lvl9pPr>
          </a:lstStyle>
          <a:p xmlns:a="http://schemas.openxmlformats.org/drawingml/2006/main">
            <a:pPr algn="l">
              <a:buNone/>
              <a:defRPr sz="2250" b="0">
                <a:solidFill>
                  <a:srgbClr val="BFE8EA"/>
                </a:solidFill>
                <a:latin typeface="Arial"/>
                <a:ea typeface="Arial"/>
                <a:cs typeface="Arial"/>
              </a:defRPr>
            </a:pPr>
            <a:r>
              <a:rPr sz="2250" b="0">
                <a:solidFill>
                  <a:srgbClr val="BFE8EA"/>
                </a:solidFill>
                <a:latin typeface="Arial"/>
                <a:ea typeface="Arial"/>
                <a:cs typeface="Arial"/>
              </a:rPr>
              <a:t>Capacidad, calidad y decisiones para el cliente</a:t>
            </a:r>
          </a:p>
        </p:txBody>
      </p:sp>
      <p:sp>
        <p:nvSpPr>
          <p:cNvPr id="5" name="Continuación de la propuesta y revisión de se">
            <a:extLst xmlns:a="http://schemas.openxmlformats.org/drawingml/2006/main">
              <a:ext uri="{FF2B5EF4-FFF2-40B4-BE49-F238E27FC236}">
                <a16:creationId xmlns:a16="http://schemas.microsoft.com/office/drawing/2014/main" id="{169E20A0-B119-4FC5-AC7E-F473309F29E9}"/>
              </a:ext>
            </a:extLst>
          </p:cNvPr>
          <p:cNvSpPr>
            <a:spLocks xmlns:a="http://schemas.openxmlformats.org/drawingml/2006/main" noGrp="1"/>
          </p:cNvSpPr>
          <p:nvPr/>
        </p:nvSpPr>
        <p:spPr>
          <a:xfrm xmlns:a="http://schemas.openxmlformats.org/drawingml/2006/main">
            <a:off x="609600" y="4857750"/>
            <a:ext cx="10572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725" b="0">
                <a:solidFill>
                  <a:srgbClr val="FFFFFF"/>
                </a:solidFill>
                <a:latin typeface="Arial"/>
                <a:ea typeface="Arial"/>
                <a:cs typeface="Arial"/>
              </a:defRPr>
            </a:defPPr>
            <a:lvl1pPr algn="l">
              <a:defRPr sz="1725" b="0">
                <a:solidFill>
                  <a:srgbClr val="FFFFFF"/>
                </a:solidFill>
                <a:latin typeface="Arial"/>
                <a:ea typeface="Arial"/>
                <a:cs typeface="Arial"/>
              </a:defRPr>
            </a:lvl1pPr>
            <a:lvl2pPr algn="l">
              <a:defRPr sz="1725" b="0">
                <a:solidFill>
                  <a:srgbClr val="FFFFFF"/>
                </a:solidFill>
                <a:latin typeface="Arial"/>
                <a:ea typeface="Arial"/>
                <a:cs typeface="Arial"/>
              </a:defRPr>
            </a:lvl2pPr>
            <a:lvl3pPr algn="l">
              <a:defRPr sz="1725" b="0">
                <a:solidFill>
                  <a:srgbClr val="FFFFFF"/>
                </a:solidFill>
                <a:latin typeface="Arial"/>
                <a:ea typeface="Arial"/>
                <a:cs typeface="Arial"/>
              </a:defRPr>
            </a:lvl3pPr>
            <a:lvl4pPr algn="l">
              <a:defRPr sz="1725" b="0">
                <a:solidFill>
                  <a:srgbClr val="FFFFFF"/>
                </a:solidFill>
                <a:latin typeface="Arial"/>
                <a:ea typeface="Arial"/>
                <a:cs typeface="Arial"/>
              </a:defRPr>
            </a:lvl4pPr>
            <a:lvl5pPr algn="l">
              <a:defRPr sz="1725" b="0">
                <a:solidFill>
                  <a:srgbClr val="FFFFFF"/>
                </a:solidFill>
                <a:latin typeface="Arial"/>
                <a:ea typeface="Arial"/>
                <a:cs typeface="Arial"/>
              </a:defRPr>
            </a:lvl5pPr>
            <a:lvl6pPr algn="l">
              <a:defRPr sz="1725" b="0">
                <a:solidFill>
                  <a:srgbClr val="FFFFFF"/>
                </a:solidFill>
                <a:latin typeface="Arial"/>
                <a:ea typeface="Arial"/>
                <a:cs typeface="Arial"/>
              </a:defRPr>
            </a:lvl6pPr>
            <a:lvl7pPr algn="l">
              <a:defRPr sz="1725" b="0">
                <a:solidFill>
                  <a:srgbClr val="FFFFFF"/>
                </a:solidFill>
                <a:latin typeface="Arial"/>
                <a:ea typeface="Arial"/>
                <a:cs typeface="Arial"/>
              </a:defRPr>
            </a:lvl7pPr>
            <a:lvl8pPr algn="l">
              <a:defRPr sz="1725" b="0">
                <a:solidFill>
                  <a:srgbClr val="FFFFFF"/>
                </a:solidFill>
                <a:latin typeface="Arial"/>
                <a:ea typeface="Arial"/>
                <a:cs typeface="Arial"/>
              </a:defRPr>
            </a:lvl8pPr>
            <a:lvl9pPr algn="l">
              <a:defRPr sz="1725" b="0">
                <a:solidFill>
                  <a:srgbClr val="FFFFFF"/>
                </a:solidFill>
                <a:latin typeface="Arial"/>
                <a:ea typeface="Arial"/>
                <a:cs typeface="Arial"/>
              </a:defRPr>
            </a:lvl9pPr>
          </a:lstStyle>
          <a:p xmlns:a="http://schemas.openxmlformats.org/drawingml/2006/main">
            <a:pPr algn="l">
              <a:buNone/>
              <a:defRPr sz="1725" b="0">
                <a:solidFill>
                  <a:srgbClr val="FFFFFF"/>
                </a:solidFill>
                <a:latin typeface="Arial"/>
                <a:ea typeface="Arial"/>
                <a:cs typeface="Arial"/>
              </a:defRPr>
            </a:pPr>
            <a:r>
              <a:rPr sz="1725" b="0">
                <a:solidFill>
                  <a:srgbClr val="FFFFFF"/>
                </a:solidFill>
                <a:latin typeface="Arial"/>
                <a:ea typeface="Arial"/>
                <a:cs typeface="Arial"/>
              </a:rPr>
              <a:t>Continuación de la propuesta y revisión de semana 4</a:t>
            </a:r>
          </a:p>
        </p:txBody>
      </p:sp>
      <p:sp>
        <p:nvSpPr>
          <p:cNvPr id="6" name="Daniel Martínez · Rafael Baracaldo · Oscar Me">
            <a:extLst xmlns:a="http://schemas.openxmlformats.org/drawingml/2006/main">
              <a:ext uri="{FF2B5EF4-FFF2-40B4-BE49-F238E27FC236}">
                <a16:creationId xmlns:a16="http://schemas.microsoft.com/office/drawing/2014/main" id="{A6163629-A0C1-4A16-BB32-3A0D09C681C0}"/>
              </a:ext>
            </a:extLst>
          </p:cNvPr>
          <p:cNvSpPr>
            <a:spLocks xmlns:a="http://schemas.openxmlformats.org/drawingml/2006/main" noGrp="1"/>
          </p:cNvSpPr>
          <p:nvPr/>
        </p:nvSpPr>
        <p:spPr>
          <a:xfrm xmlns:a="http://schemas.openxmlformats.org/drawingml/2006/main">
            <a:off x="609600" y="5857875"/>
            <a:ext cx="10953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575" b="0">
                <a:solidFill>
                  <a:srgbClr val="FFFFFF"/>
                </a:solidFill>
                <a:latin typeface="Arial"/>
                <a:ea typeface="Arial"/>
                <a:cs typeface="Arial"/>
              </a:defRPr>
            </a:defPPr>
            <a:lvl1pPr algn="l">
              <a:defRPr sz="1575" b="0">
                <a:solidFill>
                  <a:srgbClr val="FFFFFF"/>
                </a:solidFill>
                <a:latin typeface="Arial"/>
                <a:ea typeface="Arial"/>
                <a:cs typeface="Arial"/>
              </a:defRPr>
            </a:lvl1pPr>
            <a:lvl2pPr algn="l">
              <a:defRPr sz="1575" b="0">
                <a:solidFill>
                  <a:srgbClr val="FFFFFF"/>
                </a:solidFill>
                <a:latin typeface="Arial"/>
                <a:ea typeface="Arial"/>
                <a:cs typeface="Arial"/>
              </a:defRPr>
            </a:lvl2pPr>
            <a:lvl3pPr algn="l">
              <a:defRPr sz="1575" b="0">
                <a:solidFill>
                  <a:srgbClr val="FFFFFF"/>
                </a:solidFill>
                <a:latin typeface="Arial"/>
                <a:ea typeface="Arial"/>
                <a:cs typeface="Arial"/>
              </a:defRPr>
            </a:lvl3pPr>
            <a:lvl4pPr algn="l">
              <a:defRPr sz="1575" b="0">
                <a:solidFill>
                  <a:srgbClr val="FFFFFF"/>
                </a:solidFill>
                <a:latin typeface="Arial"/>
                <a:ea typeface="Arial"/>
                <a:cs typeface="Arial"/>
              </a:defRPr>
            </a:lvl4pPr>
            <a:lvl5pPr algn="l">
              <a:defRPr sz="1575" b="0">
                <a:solidFill>
                  <a:srgbClr val="FFFFFF"/>
                </a:solidFill>
                <a:latin typeface="Arial"/>
                <a:ea typeface="Arial"/>
                <a:cs typeface="Arial"/>
              </a:defRPr>
            </a:lvl5pPr>
            <a:lvl6pPr algn="l">
              <a:defRPr sz="1575" b="0">
                <a:solidFill>
                  <a:srgbClr val="FFFFFF"/>
                </a:solidFill>
                <a:latin typeface="Arial"/>
                <a:ea typeface="Arial"/>
                <a:cs typeface="Arial"/>
              </a:defRPr>
            </a:lvl6pPr>
            <a:lvl7pPr algn="l">
              <a:defRPr sz="1575" b="0">
                <a:solidFill>
                  <a:srgbClr val="FFFFFF"/>
                </a:solidFill>
                <a:latin typeface="Arial"/>
                <a:ea typeface="Arial"/>
                <a:cs typeface="Arial"/>
              </a:defRPr>
            </a:lvl7pPr>
            <a:lvl8pPr algn="l">
              <a:defRPr sz="1575" b="0">
                <a:solidFill>
                  <a:srgbClr val="FFFFFF"/>
                </a:solidFill>
                <a:latin typeface="Arial"/>
                <a:ea typeface="Arial"/>
                <a:cs typeface="Arial"/>
              </a:defRPr>
            </a:lvl8pPr>
            <a:lvl9pPr algn="l">
              <a:defRPr sz="1575" b="0">
                <a:solidFill>
                  <a:srgbClr val="FFFFFF"/>
                </a:solidFill>
                <a:latin typeface="Arial"/>
                <a:ea typeface="Arial"/>
                <a:cs typeface="Arial"/>
              </a:defRPr>
            </a:lvl9pPr>
          </a:lstStyle>
          <a:p xmlns:a="http://schemas.openxmlformats.org/drawingml/2006/main">
            <a:pPr algn="l">
              <a:buNone/>
              <a:defRPr sz="1575" b="0">
                <a:solidFill>
                  <a:srgbClr val="FFFFFF"/>
                </a:solidFill>
                <a:latin typeface="Arial"/>
                <a:ea typeface="Arial"/>
                <a:cs typeface="Arial"/>
              </a:defRPr>
            </a:pPr>
            <a:r>
              <a:rPr sz="1575" b="0">
                <a:solidFill>
                  <a:srgbClr val="FFFFFF"/>
                </a:solidFill>
                <a:latin typeface="Arial"/>
                <a:ea typeface="Arial"/>
                <a:cs typeface="Arial"/>
              </a:rPr>
              <a:t>Daniel Martínez · Rafael Baracaldo · Oscar Merino</a:t>
            </a:r>
          </a:p>
        </p:txBody>
      </p:sp>
      <p:sp>
        <p:nvSpPr>
          <p:cNvPr id="7" name="GMAC · Simulación académica · 14 de octubre d">
            <a:extLst xmlns:a="http://schemas.openxmlformats.org/drawingml/2006/main">
              <a:ext uri="{FF2B5EF4-FFF2-40B4-BE49-F238E27FC236}">
                <a16:creationId xmlns:a16="http://schemas.microsoft.com/office/drawing/2014/main" id="{E1FDEE73-6D8F-4A75-A45B-5933113AD7E6}"/>
              </a:ext>
            </a:extLst>
          </p:cNvPr>
          <p:cNvSpPr>
            <a:spLocks xmlns:a="http://schemas.openxmlformats.org/drawingml/2006/main" noGrp="1"/>
          </p:cNvSpPr>
          <p:nvPr/>
        </p:nvSpPr>
        <p:spPr>
          <a:xfrm xmlns:a="http://schemas.openxmlformats.org/drawingml/2006/main">
            <a:off x="609600" y="6305550"/>
            <a:ext cx="10953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200" b="0">
                <a:solidFill>
                  <a:srgbClr val="BFE8EA"/>
                </a:solidFill>
                <a:latin typeface="Arial"/>
                <a:ea typeface="Arial"/>
                <a:cs typeface="Arial"/>
              </a:defRPr>
            </a:defPPr>
            <a:lvl1pPr algn="l">
              <a:defRPr sz="1200" b="0">
                <a:solidFill>
                  <a:srgbClr val="BFE8EA"/>
                </a:solidFill>
                <a:latin typeface="Arial"/>
                <a:ea typeface="Arial"/>
                <a:cs typeface="Arial"/>
              </a:defRPr>
            </a:lvl1pPr>
            <a:lvl2pPr algn="l">
              <a:defRPr sz="1200" b="0">
                <a:solidFill>
                  <a:srgbClr val="BFE8EA"/>
                </a:solidFill>
                <a:latin typeface="Arial"/>
                <a:ea typeface="Arial"/>
                <a:cs typeface="Arial"/>
              </a:defRPr>
            </a:lvl2pPr>
            <a:lvl3pPr algn="l">
              <a:defRPr sz="1200" b="0">
                <a:solidFill>
                  <a:srgbClr val="BFE8EA"/>
                </a:solidFill>
                <a:latin typeface="Arial"/>
                <a:ea typeface="Arial"/>
                <a:cs typeface="Arial"/>
              </a:defRPr>
            </a:lvl3pPr>
            <a:lvl4pPr algn="l">
              <a:defRPr sz="1200" b="0">
                <a:solidFill>
                  <a:srgbClr val="BFE8EA"/>
                </a:solidFill>
                <a:latin typeface="Arial"/>
                <a:ea typeface="Arial"/>
                <a:cs typeface="Arial"/>
              </a:defRPr>
            </a:lvl4pPr>
            <a:lvl5pPr algn="l">
              <a:defRPr sz="1200" b="0">
                <a:solidFill>
                  <a:srgbClr val="BFE8EA"/>
                </a:solidFill>
                <a:latin typeface="Arial"/>
                <a:ea typeface="Arial"/>
                <a:cs typeface="Arial"/>
              </a:defRPr>
            </a:lvl5pPr>
            <a:lvl6pPr algn="l">
              <a:defRPr sz="1200" b="0">
                <a:solidFill>
                  <a:srgbClr val="BFE8EA"/>
                </a:solidFill>
                <a:latin typeface="Arial"/>
                <a:ea typeface="Arial"/>
                <a:cs typeface="Arial"/>
              </a:defRPr>
            </a:lvl6pPr>
            <a:lvl7pPr algn="l">
              <a:defRPr sz="1200" b="0">
                <a:solidFill>
                  <a:srgbClr val="BFE8EA"/>
                </a:solidFill>
                <a:latin typeface="Arial"/>
                <a:ea typeface="Arial"/>
                <a:cs typeface="Arial"/>
              </a:defRPr>
            </a:lvl7pPr>
            <a:lvl8pPr algn="l">
              <a:defRPr sz="1200" b="0">
                <a:solidFill>
                  <a:srgbClr val="BFE8EA"/>
                </a:solidFill>
                <a:latin typeface="Arial"/>
                <a:ea typeface="Arial"/>
                <a:cs typeface="Arial"/>
              </a:defRPr>
            </a:lvl8pPr>
            <a:lvl9pPr algn="l">
              <a:defRPr sz="1200" b="0">
                <a:solidFill>
                  <a:srgbClr val="BFE8EA"/>
                </a:solidFill>
                <a:latin typeface="Arial"/>
                <a:ea typeface="Arial"/>
                <a:cs typeface="Arial"/>
              </a:defRPr>
            </a:lvl9pPr>
          </a:lstStyle>
          <a:p xmlns:a="http://schemas.openxmlformats.org/drawingml/2006/main">
            <a:pPr algn="l">
              <a:buNone/>
              <a:defRPr sz="1200" b="0">
                <a:solidFill>
                  <a:srgbClr val="BFE8EA"/>
                </a:solidFill>
                <a:latin typeface="Arial"/>
                <a:ea typeface="Arial"/>
                <a:cs typeface="Arial"/>
              </a:defRPr>
            </a:pPr>
            <a:r>
              <a:rPr sz="1200" b="0">
                <a:solidFill>
                  <a:srgbClr val="BFE8EA"/>
                </a:solidFill>
                <a:latin typeface="Arial"/>
                <a:ea typeface="Arial"/>
                <a:cs typeface="Arial"/>
              </a:rPr>
              <a:t>GMAC · Simulación académica · 16 de octubre de 2026</a:t>
            </a:r>
          </a:p>
        </p:txBody>
      </p:sp>
    </p:spTree>
    <p:extLst>
      <p:ext uri="{BB962C8B-B14F-4D97-AF65-F5344CB8AC3E}">
        <p14:creationId xmlns:p14="http://schemas.microsoft.com/office/powerpoint/2010/main" val="1504412748"/>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23CA7BE3-93F0-4E95-8D89-45B2B001816C}"/>
              </a:ext>
            </a:extLst>
          </p:cNvPr>
          <p:cNvSpPr>
            <a:spLocks xmlns:a="http://schemas.openxmlformats.org/drawingml/2006/main" noGrp="1"/>
          </p:cNvSpPr>
          <p:nvPr/>
        </p:nvSpPr>
        <p:spPr>
          <a:xfrm xmlns:a="http://schemas.openxmlformats.org/drawingml/2006/main">
            <a:off x="0" y="0"/>
            <a:ext cx="12192000" cy="990600"/>
          </a:xfrm>
          <a:prstGeom xmlns:a="http://schemas.openxmlformats.org/drawingml/2006/main" prst="rect">
            <a:avLst/>
          </a:prstGeom>
          <a:solidFill xmlns:a="http://schemas.openxmlformats.org/drawingml/2006/main">
            <a:srgbClr val="104D70"/>
          </a:solidFill>
          <a:ln xmlns:a="http://schemas.openxmlformats.org/drawingml/2006/main" w="0">
            <a:noFill/>
          </a:ln>
        </p:spPr>
      </p:sp>
      <p:sp>
        <p:nvSpPr>
          <p:cNvPr id="2" name="El compromiso del primer corte sigue vigente">
            <a:extLst xmlns:a="http://schemas.openxmlformats.org/drawingml/2006/main">
              <a:ext uri="{FF2B5EF4-FFF2-40B4-BE49-F238E27FC236}">
                <a16:creationId xmlns:a16="http://schemas.microsoft.com/office/drawing/2014/main" id="{AAED0ED3-38E6-47EE-A1BA-857043AC27C7}"/>
              </a:ext>
            </a:extLst>
          </p:cNvPr>
          <p:cNvSpPr>
            <a:spLocks xmlns:a="http://schemas.openxmlformats.org/drawingml/2006/main" noGrp="1"/>
          </p:cNvSpPr>
          <p:nvPr/>
        </p:nvSpPr>
        <p:spPr>
          <a:xfrm xmlns:a="http://schemas.openxmlformats.org/drawingml/2006/main">
            <a:off x="457200" y="276225"/>
            <a:ext cx="11239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850" b="1">
                <a:solidFill>
                  <a:srgbClr val="FFFFFF"/>
                </a:solidFill>
                <a:latin typeface="Arial"/>
                <a:ea typeface="Arial"/>
                <a:cs typeface="Arial"/>
              </a:defRPr>
            </a:defPPr>
            <a:lvl1pPr algn="l">
              <a:defRPr sz="2850" b="1">
                <a:solidFill>
                  <a:srgbClr val="FFFFFF"/>
                </a:solidFill>
                <a:latin typeface="Arial"/>
                <a:ea typeface="Arial"/>
                <a:cs typeface="Arial"/>
              </a:defRPr>
            </a:lvl1pPr>
            <a:lvl2pPr algn="l">
              <a:defRPr sz="2850" b="1">
                <a:solidFill>
                  <a:srgbClr val="FFFFFF"/>
                </a:solidFill>
                <a:latin typeface="Arial"/>
                <a:ea typeface="Arial"/>
                <a:cs typeface="Arial"/>
              </a:defRPr>
            </a:lvl2pPr>
            <a:lvl3pPr algn="l">
              <a:defRPr sz="2850" b="1">
                <a:solidFill>
                  <a:srgbClr val="FFFFFF"/>
                </a:solidFill>
                <a:latin typeface="Arial"/>
                <a:ea typeface="Arial"/>
                <a:cs typeface="Arial"/>
              </a:defRPr>
            </a:lvl3pPr>
            <a:lvl4pPr algn="l">
              <a:defRPr sz="2850" b="1">
                <a:solidFill>
                  <a:srgbClr val="FFFFFF"/>
                </a:solidFill>
                <a:latin typeface="Arial"/>
                <a:ea typeface="Arial"/>
                <a:cs typeface="Arial"/>
              </a:defRPr>
            </a:lvl4pPr>
            <a:lvl5pPr algn="l">
              <a:defRPr sz="2850" b="1">
                <a:solidFill>
                  <a:srgbClr val="FFFFFF"/>
                </a:solidFill>
                <a:latin typeface="Arial"/>
                <a:ea typeface="Arial"/>
                <a:cs typeface="Arial"/>
              </a:defRPr>
            </a:lvl5pPr>
            <a:lvl6pPr algn="l">
              <a:defRPr sz="2850" b="1">
                <a:solidFill>
                  <a:srgbClr val="FFFFFF"/>
                </a:solidFill>
                <a:latin typeface="Arial"/>
                <a:ea typeface="Arial"/>
                <a:cs typeface="Arial"/>
              </a:defRPr>
            </a:lvl6pPr>
            <a:lvl7pPr algn="l">
              <a:defRPr sz="2850" b="1">
                <a:solidFill>
                  <a:srgbClr val="FFFFFF"/>
                </a:solidFill>
                <a:latin typeface="Arial"/>
                <a:ea typeface="Arial"/>
                <a:cs typeface="Arial"/>
              </a:defRPr>
            </a:lvl7pPr>
            <a:lvl8pPr algn="l">
              <a:defRPr sz="2850" b="1">
                <a:solidFill>
                  <a:srgbClr val="FFFFFF"/>
                </a:solidFill>
                <a:latin typeface="Arial"/>
                <a:ea typeface="Arial"/>
                <a:cs typeface="Arial"/>
              </a:defRPr>
            </a:lvl8pPr>
            <a:lvl9pPr algn="l">
              <a:defRPr sz="2850" b="1">
                <a:solidFill>
                  <a:srgbClr val="FFFFFF"/>
                </a:solidFill>
                <a:latin typeface="Arial"/>
                <a:ea typeface="Arial"/>
                <a:cs typeface="Arial"/>
              </a:defRPr>
            </a:lvl9pPr>
          </a:lstStyle>
          <a:p xmlns:a="http://schemas.openxmlformats.org/drawingml/2006/main">
            <a:pPr algn="l">
              <a:buNone/>
              <a:defRPr sz="2850" b="1">
                <a:solidFill>
                  <a:srgbClr val="FFFFFF"/>
                </a:solidFill>
                <a:latin typeface="Arial"/>
                <a:ea typeface="Arial"/>
                <a:cs typeface="Arial"/>
              </a:defRPr>
            </a:pPr>
            <a:r>
              <a:rPr sz="2850" b="1">
                <a:solidFill>
                  <a:srgbClr val="FFFFFF"/>
                </a:solidFill>
                <a:latin typeface="Arial"/>
                <a:ea typeface="Arial"/>
                <a:cs typeface="Arial"/>
              </a:rPr>
              <a:t>El compromiso del primer corte sigue vigente</a:t>
            </a:r>
          </a:p>
        </p:txBody>
      </p:sp>
      <p:sp>
        <p:nvSpPr>
          <p:cNvPr id="3" name="CORTE 2 · SCRUM + XP">
            <a:extLst xmlns:a="http://schemas.openxmlformats.org/drawingml/2006/main">
              <a:ext uri="{FF2B5EF4-FFF2-40B4-BE49-F238E27FC236}">
                <a16:creationId xmlns:a16="http://schemas.microsoft.com/office/drawing/2014/main" id="{F0079E26-E6B4-41CA-9B98-A491C32E5F31}"/>
              </a:ext>
            </a:extLst>
          </p:cNvPr>
          <p:cNvSpPr>
            <a:spLocks xmlns:a="http://schemas.openxmlformats.org/drawingml/2006/main" noGrp="1"/>
          </p:cNvSpPr>
          <p:nvPr/>
        </p:nvSpPr>
        <p:spPr>
          <a:xfrm xmlns:a="http://schemas.openxmlformats.org/drawingml/2006/main">
            <a:off x="457200" y="1200150"/>
            <a:ext cx="11191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125" b="1">
                <a:solidFill>
                  <a:srgbClr val="55707D"/>
                </a:solidFill>
                <a:latin typeface="Arial"/>
                <a:ea typeface="Arial"/>
                <a:cs typeface="Arial"/>
              </a:defRPr>
            </a:defPPr>
            <a:lvl1pPr algn="l">
              <a:defRPr sz="1125" b="1">
                <a:solidFill>
                  <a:srgbClr val="55707D"/>
                </a:solidFill>
                <a:latin typeface="Arial"/>
                <a:ea typeface="Arial"/>
                <a:cs typeface="Arial"/>
              </a:defRPr>
            </a:lvl1pPr>
            <a:lvl2pPr algn="l">
              <a:defRPr sz="1125" b="1">
                <a:solidFill>
                  <a:srgbClr val="55707D"/>
                </a:solidFill>
                <a:latin typeface="Arial"/>
                <a:ea typeface="Arial"/>
                <a:cs typeface="Arial"/>
              </a:defRPr>
            </a:lvl2pPr>
            <a:lvl3pPr algn="l">
              <a:defRPr sz="1125" b="1">
                <a:solidFill>
                  <a:srgbClr val="55707D"/>
                </a:solidFill>
                <a:latin typeface="Arial"/>
                <a:ea typeface="Arial"/>
                <a:cs typeface="Arial"/>
              </a:defRPr>
            </a:lvl3pPr>
            <a:lvl4pPr algn="l">
              <a:defRPr sz="1125" b="1">
                <a:solidFill>
                  <a:srgbClr val="55707D"/>
                </a:solidFill>
                <a:latin typeface="Arial"/>
                <a:ea typeface="Arial"/>
                <a:cs typeface="Arial"/>
              </a:defRPr>
            </a:lvl4pPr>
            <a:lvl5pPr algn="l">
              <a:defRPr sz="1125" b="1">
                <a:solidFill>
                  <a:srgbClr val="55707D"/>
                </a:solidFill>
                <a:latin typeface="Arial"/>
                <a:ea typeface="Arial"/>
                <a:cs typeface="Arial"/>
              </a:defRPr>
            </a:lvl5pPr>
            <a:lvl6pPr algn="l">
              <a:defRPr sz="1125" b="1">
                <a:solidFill>
                  <a:srgbClr val="55707D"/>
                </a:solidFill>
                <a:latin typeface="Arial"/>
                <a:ea typeface="Arial"/>
                <a:cs typeface="Arial"/>
              </a:defRPr>
            </a:lvl6pPr>
            <a:lvl7pPr algn="l">
              <a:defRPr sz="1125" b="1">
                <a:solidFill>
                  <a:srgbClr val="55707D"/>
                </a:solidFill>
                <a:latin typeface="Arial"/>
                <a:ea typeface="Arial"/>
                <a:cs typeface="Arial"/>
              </a:defRPr>
            </a:lvl7pPr>
            <a:lvl8pPr algn="l">
              <a:defRPr sz="1125" b="1">
                <a:solidFill>
                  <a:srgbClr val="55707D"/>
                </a:solidFill>
                <a:latin typeface="Arial"/>
                <a:ea typeface="Arial"/>
                <a:cs typeface="Arial"/>
              </a:defRPr>
            </a:lvl8pPr>
            <a:lvl9pPr algn="l">
              <a:defRPr sz="1125" b="1">
                <a:solidFill>
                  <a:srgbClr val="55707D"/>
                </a:solidFill>
                <a:latin typeface="Arial"/>
                <a:ea typeface="Arial"/>
                <a:cs typeface="Arial"/>
              </a:defRPr>
            </a:lvl9pPr>
          </a:lstStyle>
          <a:p xmlns:a="http://schemas.openxmlformats.org/drawingml/2006/main">
            <a:pPr algn="l">
              <a:buNone/>
              <a:defRPr sz="1125" b="1">
                <a:solidFill>
                  <a:srgbClr val="55707D"/>
                </a:solidFill>
                <a:latin typeface="Arial"/>
                <a:ea typeface="Arial"/>
                <a:cs typeface="Arial"/>
              </a:defRPr>
            </a:pPr>
            <a:r>
              <a:rPr sz="1125" b="1">
                <a:solidFill>
                  <a:srgbClr val="55707D"/>
                </a:solidFill>
                <a:latin typeface="Arial"/>
                <a:ea typeface="Arial"/>
                <a:cs typeface="Arial"/>
              </a:rPr>
              <a:t>CORTE 2 · SCRUM + XP</a:t>
            </a:r>
          </a:p>
        </p:txBody>
      </p:sp>
      <p:sp>
        <p:nvSpPr>
          <p:cNvPr id="4" name="">
            <a:extLst xmlns:a="http://schemas.openxmlformats.org/drawingml/2006/main">
              <a:ext uri="{FF2B5EF4-FFF2-40B4-BE49-F238E27FC236}">
                <a16:creationId xmlns:a16="http://schemas.microsoft.com/office/drawing/2014/main" id="{E8FB921A-49DC-4720-92FA-41416220E20D}"/>
              </a:ext>
            </a:extLst>
          </p:cNvPr>
          <p:cNvSpPr>
            <a:spLocks xmlns:a="http://schemas.openxmlformats.org/drawingml/2006/main" noGrp="1"/>
          </p:cNvSpPr>
          <p:nvPr/>
        </p:nvSpPr>
        <p:spPr>
          <a:xfrm xmlns:a="http://schemas.openxmlformats.org/drawingml/2006/main">
            <a:off x="0" y="6543675"/>
            <a:ext cx="12192000" cy="314325"/>
          </a:xfrm>
          <a:prstGeom xmlns:a="http://schemas.openxmlformats.org/drawingml/2006/main" prst="rect">
            <a:avLst/>
          </a:prstGeom>
          <a:solidFill xmlns:a="http://schemas.openxmlformats.org/drawingml/2006/main">
            <a:srgbClr val="104D70"/>
          </a:solidFill>
          <a:ln xmlns:a="http://schemas.openxmlformats.org/drawingml/2006/main" w="0">
            <a:noFill/>
          </a:ln>
        </p:spPr>
      </p:sp>
      <p:sp>
        <p:nvSpPr>
          <p:cNvPr id="5" name="DataForge Consulting · FinBank">
            <a:extLst xmlns:a="http://schemas.openxmlformats.org/drawingml/2006/main">
              <a:ext uri="{FF2B5EF4-FFF2-40B4-BE49-F238E27FC236}">
                <a16:creationId xmlns:a16="http://schemas.microsoft.com/office/drawing/2014/main" id="{417ABC82-B146-4060-A45C-478061F40151}"/>
              </a:ext>
            </a:extLst>
          </p:cNvPr>
          <p:cNvSpPr>
            <a:spLocks xmlns:a="http://schemas.openxmlformats.org/drawingml/2006/main" noGrp="1"/>
          </p:cNvSpPr>
          <p:nvPr/>
        </p:nvSpPr>
        <p:spPr>
          <a:xfrm xmlns:a="http://schemas.openxmlformats.org/drawingml/2006/main">
            <a:off x="457200" y="6619875"/>
            <a:ext cx="5429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050" b="0">
                <a:solidFill>
                  <a:srgbClr val="FFFFFF"/>
                </a:solidFill>
                <a:latin typeface="Arial"/>
                <a:ea typeface="Arial"/>
                <a:cs typeface="Arial"/>
              </a:defRPr>
            </a:defPPr>
            <a:lvl1pPr algn="l">
              <a:defRPr sz="1050" b="0">
                <a:solidFill>
                  <a:srgbClr val="FFFFFF"/>
                </a:solidFill>
                <a:latin typeface="Arial"/>
                <a:ea typeface="Arial"/>
                <a:cs typeface="Arial"/>
              </a:defRPr>
            </a:lvl1pPr>
            <a:lvl2pPr algn="l">
              <a:defRPr sz="1050" b="0">
                <a:solidFill>
                  <a:srgbClr val="FFFFFF"/>
                </a:solidFill>
                <a:latin typeface="Arial"/>
                <a:ea typeface="Arial"/>
                <a:cs typeface="Arial"/>
              </a:defRPr>
            </a:lvl2pPr>
            <a:lvl3pPr algn="l">
              <a:defRPr sz="1050" b="0">
                <a:solidFill>
                  <a:srgbClr val="FFFFFF"/>
                </a:solidFill>
                <a:latin typeface="Arial"/>
                <a:ea typeface="Arial"/>
                <a:cs typeface="Arial"/>
              </a:defRPr>
            </a:lvl3pPr>
            <a:lvl4pPr algn="l">
              <a:defRPr sz="1050" b="0">
                <a:solidFill>
                  <a:srgbClr val="FFFFFF"/>
                </a:solidFill>
                <a:latin typeface="Arial"/>
                <a:ea typeface="Arial"/>
                <a:cs typeface="Arial"/>
              </a:defRPr>
            </a:lvl4pPr>
            <a:lvl5pPr algn="l">
              <a:defRPr sz="1050" b="0">
                <a:solidFill>
                  <a:srgbClr val="FFFFFF"/>
                </a:solidFill>
                <a:latin typeface="Arial"/>
                <a:ea typeface="Arial"/>
                <a:cs typeface="Arial"/>
              </a:defRPr>
            </a:lvl5pPr>
            <a:lvl6pPr algn="l">
              <a:defRPr sz="1050" b="0">
                <a:solidFill>
                  <a:srgbClr val="FFFFFF"/>
                </a:solidFill>
                <a:latin typeface="Arial"/>
                <a:ea typeface="Arial"/>
                <a:cs typeface="Arial"/>
              </a:defRPr>
            </a:lvl6pPr>
            <a:lvl7pPr algn="l">
              <a:defRPr sz="1050" b="0">
                <a:solidFill>
                  <a:srgbClr val="FFFFFF"/>
                </a:solidFill>
                <a:latin typeface="Arial"/>
                <a:ea typeface="Arial"/>
                <a:cs typeface="Arial"/>
              </a:defRPr>
            </a:lvl7pPr>
            <a:lvl8pPr algn="l">
              <a:defRPr sz="1050" b="0">
                <a:solidFill>
                  <a:srgbClr val="FFFFFF"/>
                </a:solidFill>
                <a:latin typeface="Arial"/>
                <a:ea typeface="Arial"/>
                <a:cs typeface="Arial"/>
              </a:defRPr>
            </a:lvl8pPr>
            <a:lvl9pPr algn="l">
              <a:defRPr sz="1050" b="0">
                <a:solidFill>
                  <a:srgbClr val="FFFFFF"/>
                </a:solidFill>
                <a:latin typeface="Arial"/>
                <a:ea typeface="Arial"/>
                <a:cs typeface="Arial"/>
              </a:defRPr>
            </a:lvl9pPr>
          </a:lstStyle>
          <a:p xmlns:a="http://schemas.openxmlformats.org/drawingml/2006/main">
            <a:pPr algn="l">
              <a:buNone/>
              <a:defRPr sz="1050" b="0">
                <a:solidFill>
                  <a:srgbClr val="FFFFFF"/>
                </a:solidFill>
                <a:latin typeface="Arial"/>
                <a:ea typeface="Arial"/>
                <a:cs typeface="Arial"/>
              </a:defRPr>
            </a:pPr>
            <a:r>
              <a:rPr sz="1050" b="0">
                <a:solidFill>
                  <a:srgbClr val="FFFFFF"/>
                </a:solidFill>
                <a:latin typeface="Arial"/>
                <a:ea typeface="Arial"/>
                <a:cs typeface="Arial"/>
              </a:rPr>
              <a:t>DataForge Consulting · FinBank</a:t>
            </a:r>
          </a:p>
        </p:txBody>
      </p:sp>
      <p:sp>
        <p:nvSpPr>
          <p:cNvPr id="6" name="Daniel Martínez  |  02">
            <a:extLst xmlns:a="http://schemas.openxmlformats.org/drawingml/2006/main">
              <a:ext uri="{FF2B5EF4-FFF2-40B4-BE49-F238E27FC236}">
                <a16:creationId xmlns:a16="http://schemas.microsoft.com/office/drawing/2014/main" id="{C7A252CE-2A01-4935-B351-F0652B084B34}"/>
              </a:ext>
            </a:extLst>
          </p:cNvPr>
          <p:cNvSpPr>
            <a:spLocks xmlns:a="http://schemas.openxmlformats.org/drawingml/2006/main" noGrp="1"/>
          </p:cNvSpPr>
          <p:nvPr/>
        </p:nvSpPr>
        <p:spPr>
          <a:xfrm xmlns:a="http://schemas.openxmlformats.org/drawingml/2006/main">
            <a:off x="7048500" y="6619875"/>
            <a:ext cx="466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r">
              <a:defRPr sz="1050" b="0">
                <a:solidFill>
                  <a:srgbClr val="FFFFFF"/>
                </a:solidFill>
                <a:latin typeface="Arial"/>
                <a:ea typeface="Arial"/>
                <a:cs typeface="Arial"/>
              </a:defRPr>
            </a:defPPr>
            <a:lvl1pPr algn="r">
              <a:defRPr sz="1050" b="0">
                <a:solidFill>
                  <a:srgbClr val="FFFFFF"/>
                </a:solidFill>
                <a:latin typeface="Arial"/>
                <a:ea typeface="Arial"/>
                <a:cs typeface="Arial"/>
              </a:defRPr>
            </a:lvl1pPr>
            <a:lvl2pPr algn="r">
              <a:defRPr sz="1050" b="0">
                <a:solidFill>
                  <a:srgbClr val="FFFFFF"/>
                </a:solidFill>
                <a:latin typeface="Arial"/>
                <a:ea typeface="Arial"/>
                <a:cs typeface="Arial"/>
              </a:defRPr>
            </a:lvl2pPr>
            <a:lvl3pPr algn="r">
              <a:defRPr sz="1050" b="0">
                <a:solidFill>
                  <a:srgbClr val="FFFFFF"/>
                </a:solidFill>
                <a:latin typeface="Arial"/>
                <a:ea typeface="Arial"/>
                <a:cs typeface="Arial"/>
              </a:defRPr>
            </a:lvl3pPr>
            <a:lvl4pPr algn="r">
              <a:defRPr sz="1050" b="0">
                <a:solidFill>
                  <a:srgbClr val="FFFFFF"/>
                </a:solidFill>
                <a:latin typeface="Arial"/>
                <a:ea typeface="Arial"/>
                <a:cs typeface="Arial"/>
              </a:defRPr>
            </a:lvl4pPr>
            <a:lvl5pPr algn="r">
              <a:defRPr sz="1050" b="0">
                <a:solidFill>
                  <a:srgbClr val="FFFFFF"/>
                </a:solidFill>
                <a:latin typeface="Arial"/>
                <a:ea typeface="Arial"/>
                <a:cs typeface="Arial"/>
              </a:defRPr>
            </a:lvl5pPr>
            <a:lvl6pPr algn="r">
              <a:defRPr sz="1050" b="0">
                <a:solidFill>
                  <a:srgbClr val="FFFFFF"/>
                </a:solidFill>
                <a:latin typeface="Arial"/>
                <a:ea typeface="Arial"/>
                <a:cs typeface="Arial"/>
              </a:defRPr>
            </a:lvl6pPr>
            <a:lvl7pPr algn="r">
              <a:defRPr sz="1050" b="0">
                <a:solidFill>
                  <a:srgbClr val="FFFFFF"/>
                </a:solidFill>
                <a:latin typeface="Arial"/>
                <a:ea typeface="Arial"/>
                <a:cs typeface="Arial"/>
              </a:defRPr>
            </a:lvl7pPr>
            <a:lvl8pPr algn="r">
              <a:defRPr sz="1050" b="0">
                <a:solidFill>
                  <a:srgbClr val="FFFFFF"/>
                </a:solidFill>
                <a:latin typeface="Arial"/>
                <a:ea typeface="Arial"/>
                <a:cs typeface="Arial"/>
              </a:defRPr>
            </a:lvl8pPr>
            <a:lvl9pPr algn="r">
              <a:defRPr sz="1050" b="0">
                <a:solidFill>
                  <a:srgbClr val="FFFFFF"/>
                </a:solidFill>
                <a:latin typeface="Arial"/>
                <a:ea typeface="Arial"/>
                <a:cs typeface="Arial"/>
              </a:defRPr>
            </a:lvl9pPr>
          </a:lstStyle>
          <a:p xmlns:a="http://schemas.openxmlformats.org/drawingml/2006/main">
            <a:pPr algn="r">
              <a:buNone/>
              <a:defRPr sz="1050" b="0">
                <a:solidFill>
                  <a:srgbClr val="FFFFFF"/>
                </a:solidFill>
                <a:latin typeface="Arial"/>
                <a:ea typeface="Arial"/>
                <a:cs typeface="Arial"/>
              </a:defRPr>
            </a:pPr>
            <a:r>
              <a:rPr sz="1050" b="0">
                <a:solidFill>
                  <a:srgbClr val="FFFFFF"/>
                </a:solidFill>
                <a:latin typeface="Arial"/>
                <a:ea typeface="Arial"/>
                <a:cs typeface="Arial"/>
              </a:rPr>
              <a:t>Daniel Martínez  |  02</a:t>
            </a:r>
          </a:p>
        </p:txBody>
      </p:sp>
      <p:pic>
        <p:nvPicPr>
          <p:cNvPr id="7" name="">
            <a:extLst xmlns:a="http://schemas.openxmlformats.org/drawingml/2006/main">
              <a:ext uri="{FF2B5EF4-FFF2-40B4-BE49-F238E27FC236}">
                <a16:creationId xmlns:a16="http://schemas.microsoft.com/office/drawing/2014/main" id="{93A36517-62E4-4745-9202-BB7EC0390A05}"/>
              </a:ext>
            </a:extLst>
          </p:cNvPr>
          <p:cNvPicPr>
            <a:picLocks xmlns:a="http://schemas.openxmlformats.org/drawingml/2006/main" noChangeAspect="1"/>
          </p:cNvPicPr>
          <p:nvPr/>
        </p:nvPicPr>
        <p:blipFill>
          <a:blip xmlns:r="http://schemas.openxmlformats.org/officeDocument/2006/relationships" xmlns:a="http://schemas.openxmlformats.org/drawingml/2006/main" r:embed="Rbfc37a95d7ce4aea"/>
          <a:stretch xmlns:a="http://schemas.openxmlformats.org/drawingml/2006/main"/>
        </p:blipFill>
        <p:spPr>
          <a:xfrm xmlns:a="http://schemas.openxmlformats.org/drawingml/2006/main">
            <a:off x="457200" y="2042496"/>
            <a:ext cx="7191375" cy="3487384"/>
          </a:xfrm>
          <a:prstGeom xmlns:a="http://schemas.openxmlformats.org/drawingml/2006/main" prst="rect">
            <a:avLst/>
          </a:prstGeom>
        </p:spPr>
      </p:pic>
      <p:sp>
        <p:nvSpPr>
          <p:cNvPr id="8" name="12 semanas">
            <a:extLst xmlns:a="http://schemas.openxmlformats.org/drawingml/2006/main">
              <a:ext uri="{FF2B5EF4-FFF2-40B4-BE49-F238E27FC236}">
                <a16:creationId xmlns:a16="http://schemas.microsoft.com/office/drawing/2014/main" id="{8D1CB0A9-4D34-4D61-B32F-C1618601ED1F}"/>
              </a:ext>
            </a:extLst>
          </p:cNvPr>
          <p:cNvSpPr>
            <a:spLocks xmlns:a="http://schemas.openxmlformats.org/drawingml/2006/main" noGrp="1"/>
          </p:cNvSpPr>
          <p:nvPr/>
        </p:nvSpPr>
        <p:spPr>
          <a:xfrm xmlns:a="http://schemas.openxmlformats.org/drawingml/2006/main">
            <a:off x="8058150" y="1809750"/>
            <a:ext cx="36195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3150" b="1">
                <a:solidFill>
                  <a:srgbClr val="104D70"/>
                </a:solidFill>
                <a:latin typeface="Arial"/>
                <a:ea typeface="Arial"/>
                <a:cs typeface="Arial"/>
              </a:defRPr>
            </a:defPPr>
            <a:lvl1pPr algn="l">
              <a:defRPr sz="3150" b="1">
                <a:solidFill>
                  <a:srgbClr val="104D70"/>
                </a:solidFill>
                <a:latin typeface="Arial"/>
                <a:ea typeface="Arial"/>
                <a:cs typeface="Arial"/>
              </a:defRPr>
            </a:lvl1pPr>
            <a:lvl2pPr algn="l">
              <a:defRPr sz="3150" b="1">
                <a:solidFill>
                  <a:srgbClr val="104D70"/>
                </a:solidFill>
                <a:latin typeface="Arial"/>
                <a:ea typeface="Arial"/>
                <a:cs typeface="Arial"/>
              </a:defRPr>
            </a:lvl2pPr>
            <a:lvl3pPr algn="l">
              <a:defRPr sz="3150" b="1">
                <a:solidFill>
                  <a:srgbClr val="104D70"/>
                </a:solidFill>
                <a:latin typeface="Arial"/>
                <a:ea typeface="Arial"/>
                <a:cs typeface="Arial"/>
              </a:defRPr>
            </a:lvl3pPr>
            <a:lvl4pPr algn="l">
              <a:defRPr sz="3150" b="1">
                <a:solidFill>
                  <a:srgbClr val="104D70"/>
                </a:solidFill>
                <a:latin typeface="Arial"/>
                <a:ea typeface="Arial"/>
                <a:cs typeface="Arial"/>
              </a:defRPr>
            </a:lvl4pPr>
            <a:lvl5pPr algn="l">
              <a:defRPr sz="3150" b="1">
                <a:solidFill>
                  <a:srgbClr val="104D70"/>
                </a:solidFill>
                <a:latin typeface="Arial"/>
                <a:ea typeface="Arial"/>
                <a:cs typeface="Arial"/>
              </a:defRPr>
            </a:lvl5pPr>
            <a:lvl6pPr algn="l">
              <a:defRPr sz="3150" b="1">
                <a:solidFill>
                  <a:srgbClr val="104D70"/>
                </a:solidFill>
                <a:latin typeface="Arial"/>
                <a:ea typeface="Arial"/>
                <a:cs typeface="Arial"/>
              </a:defRPr>
            </a:lvl6pPr>
            <a:lvl7pPr algn="l">
              <a:defRPr sz="3150" b="1">
                <a:solidFill>
                  <a:srgbClr val="104D70"/>
                </a:solidFill>
                <a:latin typeface="Arial"/>
                <a:ea typeface="Arial"/>
                <a:cs typeface="Arial"/>
              </a:defRPr>
            </a:lvl7pPr>
            <a:lvl8pPr algn="l">
              <a:defRPr sz="3150" b="1">
                <a:solidFill>
                  <a:srgbClr val="104D70"/>
                </a:solidFill>
                <a:latin typeface="Arial"/>
                <a:ea typeface="Arial"/>
                <a:cs typeface="Arial"/>
              </a:defRPr>
            </a:lvl8pPr>
            <a:lvl9pPr algn="l">
              <a:defRPr sz="3150" b="1">
                <a:solidFill>
                  <a:srgbClr val="104D70"/>
                </a:solidFill>
                <a:latin typeface="Arial"/>
                <a:ea typeface="Arial"/>
                <a:cs typeface="Arial"/>
              </a:defRPr>
            </a:lvl9pPr>
          </a:lstStyle>
          <a:p xmlns:a="http://schemas.openxmlformats.org/drawingml/2006/main">
            <a:pPr algn="l">
              <a:buNone/>
              <a:defRPr sz="3150" b="1">
                <a:solidFill>
                  <a:srgbClr val="104D70"/>
                </a:solidFill>
                <a:latin typeface="Arial"/>
                <a:ea typeface="Arial"/>
                <a:cs typeface="Arial"/>
              </a:defRPr>
            </a:pPr>
            <a:r>
              <a:rPr sz="3150" b="1">
                <a:solidFill>
                  <a:srgbClr val="104D70"/>
                </a:solidFill>
                <a:latin typeface="Arial"/>
                <a:ea typeface="Arial"/>
                <a:cs typeface="Arial"/>
              </a:rPr>
              <a:t>12 semanas</a:t>
            </a:r>
          </a:p>
        </p:txBody>
      </p:sp>
      <p:sp>
        <p:nvSpPr>
          <p:cNvPr id="9" name="COP 180 millones&#10;Presupuesto del caso">
            <a:extLst xmlns:a="http://schemas.openxmlformats.org/drawingml/2006/main">
              <a:ext uri="{FF2B5EF4-FFF2-40B4-BE49-F238E27FC236}">
                <a16:creationId xmlns:a16="http://schemas.microsoft.com/office/drawing/2014/main" id="{70A2CCE4-954F-49FA-AF1B-1582E6B00AA5}"/>
              </a:ext>
            </a:extLst>
          </p:cNvPr>
          <p:cNvSpPr>
            <a:spLocks xmlns:a="http://schemas.openxmlformats.org/drawingml/2006/main" noGrp="1"/>
          </p:cNvSpPr>
          <p:nvPr/>
        </p:nvSpPr>
        <p:spPr>
          <a:xfrm xmlns:a="http://schemas.openxmlformats.org/drawingml/2006/main">
            <a:off x="8058150" y="2524125"/>
            <a:ext cx="3619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950" b="0">
                <a:solidFill>
                  <a:srgbClr val="153444"/>
                </a:solidFill>
                <a:latin typeface="Arial"/>
                <a:ea typeface="Arial"/>
                <a:cs typeface="Arial"/>
              </a:defRPr>
            </a:defPPr>
            <a:lvl1pPr algn="l">
              <a:defRPr sz="1950" b="0">
                <a:solidFill>
                  <a:srgbClr val="153444"/>
                </a:solidFill>
                <a:latin typeface="Arial"/>
                <a:ea typeface="Arial"/>
                <a:cs typeface="Arial"/>
              </a:defRPr>
            </a:lvl1pPr>
            <a:lvl2pPr algn="l">
              <a:defRPr sz="1950" b="0">
                <a:solidFill>
                  <a:srgbClr val="153444"/>
                </a:solidFill>
                <a:latin typeface="Arial"/>
                <a:ea typeface="Arial"/>
                <a:cs typeface="Arial"/>
              </a:defRPr>
            </a:lvl2pPr>
            <a:lvl3pPr algn="l">
              <a:defRPr sz="1950" b="0">
                <a:solidFill>
                  <a:srgbClr val="153444"/>
                </a:solidFill>
                <a:latin typeface="Arial"/>
                <a:ea typeface="Arial"/>
                <a:cs typeface="Arial"/>
              </a:defRPr>
            </a:lvl3pPr>
            <a:lvl4pPr algn="l">
              <a:defRPr sz="1950" b="0">
                <a:solidFill>
                  <a:srgbClr val="153444"/>
                </a:solidFill>
                <a:latin typeface="Arial"/>
                <a:ea typeface="Arial"/>
                <a:cs typeface="Arial"/>
              </a:defRPr>
            </a:lvl4pPr>
            <a:lvl5pPr algn="l">
              <a:defRPr sz="1950" b="0">
                <a:solidFill>
                  <a:srgbClr val="153444"/>
                </a:solidFill>
                <a:latin typeface="Arial"/>
                <a:ea typeface="Arial"/>
                <a:cs typeface="Arial"/>
              </a:defRPr>
            </a:lvl5pPr>
            <a:lvl6pPr algn="l">
              <a:defRPr sz="1950" b="0">
                <a:solidFill>
                  <a:srgbClr val="153444"/>
                </a:solidFill>
                <a:latin typeface="Arial"/>
                <a:ea typeface="Arial"/>
                <a:cs typeface="Arial"/>
              </a:defRPr>
            </a:lvl6pPr>
            <a:lvl7pPr algn="l">
              <a:defRPr sz="1950" b="0">
                <a:solidFill>
                  <a:srgbClr val="153444"/>
                </a:solidFill>
                <a:latin typeface="Arial"/>
                <a:ea typeface="Arial"/>
                <a:cs typeface="Arial"/>
              </a:defRPr>
            </a:lvl7pPr>
            <a:lvl8pPr algn="l">
              <a:defRPr sz="1950" b="0">
                <a:solidFill>
                  <a:srgbClr val="153444"/>
                </a:solidFill>
                <a:latin typeface="Arial"/>
                <a:ea typeface="Arial"/>
                <a:cs typeface="Arial"/>
              </a:defRPr>
            </a:lvl8pPr>
            <a:lvl9pPr algn="l">
              <a:defRPr sz="1950" b="0">
                <a:solidFill>
                  <a:srgbClr val="153444"/>
                </a:solidFill>
                <a:latin typeface="Arial"/>
                <a:ea typeface="Arial"/>
                <a:cs typeface="Arial"/>
              </a:defRPr>
            </a:lvl9pPr>
          </a:lstStyle>
          <a:p xmlns:a="http://schemas.openxmlformats.org/drawingml/2006/main">
            <a:pPr algn="l">
              <a:buNone/>
              <a:defRPr sz="1950" b="0">
                <a:solidFill>
                  <a:srgbClr val="153444"/>
                </a:solidFill>
                <a:latin typeface="Arial"/>
                <a:ea typeface="Arial"/>
                <a:cs typeface="Arial"/>
              </a:defRPr>
            </a:pPr>
            <a:r>
              <a:rPr sz="1950" b="0">
                <a:solidFill>
                  <a:srgbClr val="153444"/>
                </a:solidFill>
                <a:latin typeface="Arial"/>
                <a:ea typeface="Arial"/>
                <a:cs typeface="Arial"/>
              </a:rPr>
              <a:t>COP 180 millones</a:t>
            </a:r>
          </a:p>
          <a:p xmlns:a="http://schemas.openxmlformats.org/drawingml/2006/main">
            <a:pPr algn="l">
              <a:buNone/>
              <a:defRPr sz="1950" b="0">
                <a:solidFill>
                  <a:srgbClr val="153444"/>
                </a:solidFill>
                <a:latin typeface="Arial"/>
                <a:ea typeface="Arial"/>
                <a:cs typeface="Arial"/>
              </a:defRPr>
            </a:pPr>
            <a:r>
              <a:rPr sz="1950" b="0">
                <a:solidFill>
                  <a:srgbClr val="153444"/>
                </a:solidFill>
                <a:latin typeface="Arial"/>
                <a:ea typeface="Arial"/>
                <a:cs typeface="Arial"/>
              </a:rPr>
              <a:t>Presupuesto del caso</a:t>
            </a:r>
          </a:p>
        </p:txBody>
      </p:sp>
      <p:sp>
        <p:nvSpPr>
          <p:cNvPr id="10" name="Mora + churn">
            <a:extLst xmlns:a="http://schemas.openxmlformats.org/drawingml/2006/main">
              <a:ext uri="{FF2B5EF4-FFF2-40B4-BE49-F238E27FC236}">
                <a16:creationId xmlns:a16="http://schemas.microsoft.com/office/drawing/2014/main" id="{9E483FC8-7440-4CE4-8A84-9631792F71E0}"/>
              </a:ext>
            </a:extLst>
          </p:cNvPr>
          <p:cNvSpPr>
            <a:spLocks xmlns:a="http://schemas.openxmlformats.org/drawingml/2006/main" noGrp="1"/>
          </p:cNvSpPr>
          <p:nvPr/>
        </p:nvSpPr>
        <p:spPr>
          <a:xfrm xmlns:a="http://schemas.openxmlformats.org/drawingml/2006/main">
            <a:off x="8058150" y="3648075"/>
            <a:ext cx="3619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550" b="1">
                <a:solidFill>
                  <a:srgbClr val="10998D"/>
                </a:solidFill>
                <a:latin typeface="Arial"/>
                <a:ea typeface="Arial"/>
                <a:cs typeface="Arial"/>
              </a:defRPr>
            </a:defPPr>
            <a:lvl1pPr algn="l">
              <a:defRPr sz="2550" b="1">
                <a:solidFill>
                  <a:srgbClr val="10998D"/>
                </a:solidFill>
                <a:latin typeface="Arial"/>
                <a:ea typeface="Arial"/>
                <a:cs typeface="Arial"/>
              </a:defRPr>
            </a:lvl1pPr>
            <a:lvl2pPr algn="l">
              <a:defRPr sz="2550" b="1">
                <a:solidFill>
                  <a:srgbClr val="10998D"/>
                </a:solidFill>
                <a:latin typeface="Arial"/>
                <a:ea typeface="Arial"/>
                <a:cs typeface="Arial"/>
              </a:defRPr>
            </a:lvl2pPr>
            <a:lvl3pPr algn="l">
              <a:defRPr sz="2550" b="1">
                <a:solidFill>
                  <a:srgbClr val="10998D"/>
                </a:solidFill>
                <a:latin typeface="Arial"/>
                <a:ea typeface="Arial"/>
                <a:cs typeface="Arial"/>
              </a:defRPr>
            </a:lvl3pPr>
            <a:lvl4pPr algn="l">
              <a:defRPr sz="2550" b="1">
                <a:solidFill>
                  <a:srgbClr val="10998D"/>
                </a:solidFill>
                <a:latin typeface="Arial"/>
                <a:ea typeface="Arial"/>
                <a:cs typeface="Arial"/>
              </a:defRPr>
            </a:lvl4pPr>
            <a:lvl5pPr algn="l">
              <a:defRPr sz="2550" b="1">
                <a:solidFill>
                  <a:srgbClr val="10998D"/>
                </a:solidFill>
                <a:latin typeface="Arial"/>
                <a:ea typeface="Arial"/>
                <a:cs typeface="Arial"/>
              </a:defRPr>
            </a:lvl5pPr>
            <a:lvl6pPr algn="l">
              <a:defRPr sz="2550" b="1">
                <a:solidFill>
                  <a:srgbClr val="10998D"/>
                </a:solidFill>
                <a:latin typeface="Arial"/>
                <a:ea typeface="Arial"/>
                <a:cs typeface="Arial"/>
              </a:defRPr>
            </a:lvl6pPr>
            <a:lvl7pPr algn="l">
              <a:defRPr sz="2550" b="1">
                <a:solidFill>
                  <a:srgbClr val="10998D"/>
                </a:solidFill>
                <a:latin typeface="Arial"/>
                <a:ea typeface="Arial"/>
                <a:cs typeface="Arial"/>
              </a:defRPr>
            </a:lvl7pPr>
            <a:lvl8pPr algn="l">
              <a:defRPr sz="2550" b="1">
                <a:solidFill>
                  <a:srgbClr val="10998D"/>
                </a:solidFill>
                <a:latin typeface="Arial"/>
                <a:ea typeface="Arial"/>
                <a:cs typeface="Arial"/>
              </a:defRPr>
            </a:lvl8pPr>
            <a:lvl9pPr algn="l">
              <a:defRPr sz="2550" b="1">
                <a:solidFill>
                  <a:srgbClr val="10998D"/>
                </a:solidFill>
                <a:latin typeface="Arial"/>
                <a:ea typeface="Arial"/>
                <a:cs typeface="Arial"/>
              </a:defRPr>
            </a:lvl9pPr>
          </a:lstStyle>
          <a:p xmlns:a="http://schemas.openxmlformats.org/drawingml/2006/main">
            <a:pPr algn="l">
              <a:buNone/>
              <a:defRPr sz="2550" b="1">
                <a:solidFill>
                  <a:srgbClr val="10998D"/>
                </a:solidFill>
                <a:latin typeface="Arial"/>
                <a:ea typeface="Arial"/>
                <a:cs typeface="Arial"/>
              </a:defRPr>
            </a:pPr>
            <a:r>
              <a:rPr sz="2550" b="1">
                <a:solidFill>
                  <a:srgbClr val="10998D"/>
                </a:solidFill>
                <a:latin typeface="Arial"/>
                <a:ea typeface="Arial"/>
                <a:cs typeface="Arial"/>
              </a:rPr>
              <a:t>Mora + churn</a:t>
            </a:r>
          </a:p>
        </p:txBody>
      </p:sp>
      <p:sp>
        <p:nvSpPr>
          <p:cNvPr id="11" name="El mismo alcance y la misma revisión de seman">
            <a:extLst xmlns:a="http://schemas.openxmlformats.org/drawingml/2006/main">
              <a:ext uri="{FF2B5EF4-FFF2-40B4-BE49-F238E27FC236}">
                <a16:creationId xmlns:a16="http://schemas.microsoft.com/office/drawing/2014/main" id="{64DD1297-5DAD-4EAA-A385-D6264269BB42}"/>
              </a:ext>
            </a:extLst>
          </p:cNvPr>
          <p:cNvSpPr>
            <a:spLocks xmlns:a="http://schemas.openxmlformats.org/drawingml/2006/main" noGrp="1"/>
          </p:cNvSpPr>
          <p:nvPr/>
        </p:nvSpPr>
        <p:spPr>
          <a:xfrm xmlns:a="http://schemas.openxmlformats.org/drawingml/2006/main">
            <a:off x="8058150" y="4333875"/>
            <a:ext cx="342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950" b="0">
                <a:solidFill>
                  <a:srgbClr val="153444"/>
                </a:solidFill>
                <a:latin typeface="Arial"/>
                <a:ea typeface="Arial"/>
                <a:cs typeface="Arial"/>
              </a:defRPr>
            </a:defPPr>
            <a:lvl1pPr algn="l">
              <a:defRPr sz="1950" b="0">
                <a:solidFill>
                  <a:srgbClr val="153444"/>
                </a:solidFill>
                <a:latin typeface="Arial"/>
                <a:ea typeface="Arial"/>
                <a:cs typeface="Arial"/>
              </a:defRPr>
            </a:lvl1pPr>
            <a:lvl2pPr algn="l">
              <a:defRPr sz="1950" b="0">
                <a:solidFill>
                  <a:srgbClr val="153444"/>
                </a:solidFill>
                <a:latin typeface="Arial"/>
                <a:ea typeface="Arial"/>
                <a:cs typeface="Arial"/>
              </a:defRPr>
            </a:lvl2pPr>
            <a:lvl3pPr algn="l">
              <a:defRPr sz="1950" b="0">
                <a:solidFill>
                  <a:srgbClr val="153444"/>
                </a:solidFill>
                <a:latin typeface="Arial"/>
                <a:ea typeface="Arial"/>
                <a:cs typeface="Arial"/>
              </a:defRPr>
            </a:lvl3pPr>
            <a:lvl4pPr algn="l">
              <a:defRPr sz="1950" b="0">
                <a:solidFill>
                  <a:srgbClr val="153444"/>
                </a:solidFill>
                <a:latin typeface="Arial"/>
                <a:ea typeface="Arial"/>
                <a:cs typeface="Arial"/>
              </a:defRPr>
            </a:lvl4pPr>
            <a:lvl5pPr algn="l">
              <a:defRPr sz="1950" b="0">
                <a:solidFill>
                  <a:srgbClr val="153444"/>
                </a:solidFill>
                <a:latin typeface="Arial"/>
                <a:ea typeface="Arial"/>
                <a:cs typeface="Arial"/>
              </a:defRPr>
            </a:lvl5pPr>
            <a:lvl6pPr algn="l">
              <a:defRPr sz="1950" b="0">
                <a:solidFill>
                  <a:srgbClr val="153444"/>
                </a:solidFill>
                <a:latin typeface="Arial"/>
                <a:ea typeface="Arial"/>
                <a:cs typeface="Arial"/>
              </a:defRPr>
            </a:lvl6pPr>
            <a:lvl7pPr algn="l">
              <a:defRPr sz="1950" b="0">
                <a:solidFill>
                  <a:srgbClr val="153444"/>
                </a:solidFill>
                <a:latin typeface="Arial"/>
                <a:ea typeface="Arial"/>
                <a:cs typeface="Arial"/>
              </a:defRPr>
            </a:lvl7pPr>
            <a:lvl8pPr algn="l">
              <a:defRPr sz="1950" b="0">
                <a:solidFill>
                  <a:srgbClr val="153444"/>
                </a:solidFill>
                <a:latin typeface="Arial"/>
                <a:ea typeface="Arial"/>
                <a:cs typeface="Arial"/>
              </a:defRPr>
            </a:lvl8pPr>
            <a:lvl9pPr algn="l">
              <a:defRPr sz="1950" b="0">
                <a:solidFill>
                  <a:srgbClr val="153444"/>
                </a:solidFill>
                <a:latin typeface="Arial"/>
                <a:ea typeface="Arial"/>
                <a:cs typeface="Arial"/>
              </a:defRPr>
            </a:lvl9pPr>
          </a:lstStyle>
          <a:p xmlns:a="http://schemas.openxmlformats.org/drawingml/2006/main">
            <a:pPr algn="l">
              <a:buNone/>
              <a:defRPr sz="1950" b="0">
                <a:solidFill>
                  <a:srgbClr val="153444"/>
                </a:solidFill>
                <a:latin typeface="Arial"/>
                <a:ea typeface="Arial"/>
                <a:cs typeface="Arial"/>
              </a:defRPr>
            </a:pPr>
            <a:r>
              <a:rPr sz="1950" b="0">
                <a:solidFill>
                  <a:srgbClr val="153444"/>
                </a:solidFill>
                <a:latin typeface="Arial"/>
                <a:ea typeface="Arial"/>
                <a:cs typeface="Arial"/>
              </a:rPr>
              <a:t>El mismo alcance y la misma revisión de semana 4</a:t>
            </a:r>
          </a:p>
        </p:txBody>
      </p:sp>
      <p:sp>
        <p:nvSpPr>
          <p:cNvPr id="12" name="Corte 1: tablero y control del proyecto. Cort">
            <a:extLst xmlns:a="http://schemas.openxmlformats.org/drawingml/2006/main">
              <a:ext uri="{FF2B5EF4-FFF2-40B4-BE49-F238E27FC236}">
                <a16:creationId xmlns:a16="http://schemas.microsoft.com/office/drawing/2014/main" id="{92D386AD-91D3-48F2-86AA-49B13B063C19}"/>
              </a:ext>
            </a:extLst>
          </p:cNvPr>
          <p:cNvSpPr>
            <a:spLocks xmlns:a="http://schemas.openxmlformats.org/drawingml/2006/main" noGrp="1"/>
          </p:cNvSpPr>
          <p:nvPr/>
        </p:nvSpPr>
        <p:spPr>
          <a:xfrm xmlns:a="http://schemas.openxmlformats.org/drawingml/2006/main">
            <a:off x="457200" y="6191250"/>
            <a:ext cx="11277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125" b="0">
                <a:solidFill>
                  <a:srgbClr val="55707D"/>
                </a:solidFill>
                <a:latin typeface="Arial"/>
                <a:ea typeface="Arial"/>
                <a:cs typeface="Arial"/>
              </a:defRPr>
            </a:defPPr>
            <a:lvl1pPr algn="l">
              <a:defRPr sz="1125" b="0">
                <a:solidFill>
                  <a:srgbClr val="55707D"/>
                </a:solidFill>
                <a:latin typeface="Arial"/>
                <a:ea typeface="Arial"/>
                <a:cs typeface="Arial"/>
              </a:defRPr>
            </a:lvl1pPr>
            <a:lvl2pPr algn="l">
              <a:defRPr sz="1125" b="0">
                <a:solidFill>
                  <a:srgbClr val="55707D"/>
                </a:solidFill>
                <a:latin typeface="Arial"/>
                <a:ea typeface="Arial"/>
                <a:cs typeface="Arial"/>
              </a:defRPr>
            </a:lvl2pPr>
            <a:lvl3pPr algn="l">
              <a:defRPr sz="1125" b="0">
                <a:solidFill>
                  <a:srgbClr val="55707D"/>
                </a:solidFill>
                <a:latin typeface="Arial"/>
                <a:ea typeface="Arial"/>
                <a:cs typeface="Arial"/>
              </a:defRPr>
            </a:lvl3pPr>
            <a:lvl4pPr algn="l">
              <a:defRPr sz="1125" b="0">
                <a:solidFill>
                  <a:srgbClr val="55707D"/>
                </a:solidFill>
                <a:latin typeface="Arial"/>
                <a:ea typeface="Arial"/>
                <a:cs typeface="Arial"/>
              </a:defRPr>
            </a:lvl4pPr>
            <a:lvl5pPr algn="l">
              <a:defRPr sz="1125" b="0">
                <a:solidFill>
                  <a:srgbClr val="55707D"/>
                </a:solidFill>
                <a:latin typeface="Arial"/>
                <a:ea typeface="Arial"/>
                <a:cs typeface="Arial"/>
              </a:defRPr>
            </a:lvl5pPr>
            <a:lvl6pPr algn="l">
              <a:defRPr sz="1125" b="0">
                <a:solidFill>
                  <a:srgbClr val="55707D"/>
                </a:solidFill>
                <a:latin typeface="Arial"/>
                <a:ea typeface="Arial"/>
                <a:cs typeface="Arial"/>
              </a:defRPr>
            </a:lvl6pPr>
            <a:lvl7pPr algn="l">
              <a:defRPr sz="1125" b="0">
                <a:solidFill>
                  <a:srgbClr val="55707D"/>
                </a:solidFill>
                <a:latin typeface="Arial"/>
                <a:ea typeface="Arial"/>
                <a:cs typeface="Arial"/>
              </a:defRPr>
            </a:lvl7pPr>
            <a:lvl8pPr algn="l">
              <a:defRPr sz="1125" b="0">
                <a:solidFill>
                  <a:srgbClr val="55707D"/>
                </a:solidFill>
                <a:latin typeface="Arial"/>
                <a:ea typeface="Arial"/>
                <a:cs typeface="Arial"/>
              </a:defRPr>
            </a:lvl8pPr>
            <a:lvl9pPr algn="l">
              <a:defRPr sz="1125" b="0">
                <a:solidFill>
                  <a:srgbClr val="55707D"/>
                </a:solidFill>
                <a:latin typeface="Arial"/>
                <a:ea typeface="Arial"/>
                <a:cs typeface="Arial"/>
              </a:defRPr>
            </a:lvl9pPr>
          </a:lstStyle>
          <a:p xmlns:a="http://schemas.openxmlformats.org/drawingml/2006/main">
            <a:pPr algn="l">
              <a:buNone/>
              <a:defRPr sz="1125" b="0">
                <a:solidFill>
                  <a:srgbClr val="55707D"/>
                </a:solidFill>
                <a:latin typeface="Arial"/>
                <a:ea typeface="Arial"/>
                <a:cs typeface="Arial"/>
              </a:defRPr>
            </a:pPr>
            <a:r>
              <a:rPr sz="1125" b="0">
                <a:solidFill>
                  <a:srgbClr val="55707D"/>
                </a:solidFill>
                <a:latin typeface="Arial"/>
                <a:ea typeface="Arial"/>
                <a:cs typeface="Arial"/>
              </a:rPr>
              <a:t>Captura histórica del Corte 1. El cierre vigente de C2 está en docs/SPRINT_BACKLOG.md.</a:t>
            </a:r>
          </a:p>
        </p:txBody>
      </p:sp>
    </p:spTree>
    <p:extLst>
      <p:ext uri="{BB962C8B-B14F-4D97-AF65-F5344CB8AC3E}">
        <p14:creationId xmlns:p14="http://schemas.microsoft.com/office/powerpoint/2010/main" val="2062182041"/>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595D1818-F7A8-4DCF-A234-4770426686B2}"/>
              </a:ext>
            </a:extLst>
          </p:cNvPr>
          <p:cNvSpPr>
            <a:spLocks xmlns:a="http://schemas.openxmlformats.org/drawingml/2006/main" noGrp="1"/>
          </p:cNvSpPr>
          <p:nvPr/>
        </p:nvSpPr>
        <p:spPr>
          <a:xfrm xmlns:a="http://schemas.openxmlformats.org/drawingml/2006/main">
            <a:off x="0" y="0"/>
            <a:ext cx="12192000" cy="990600"/>
          </a:xfrm>
          <a:prstGeom xmlns:a="http://schemas.openxmlformats.org/drawingml/2006/main" prst="rect">
            <a:avLst/>
          </a:prstGeom>
          <a:solidFill xmlns:a="http://schemas.openxmlformats.org/drawingml/2006/main">
            <a:srgbClr val="104D70"/>
          </a:solidFill>
          <a:ln xmlns:a="http://schemas.openxmlformats.org/drawingml/2006/main" w="0">
            <a:noFill/>
          </a:ln>
        </p:spPr>
      </p:sp>
      <p:sp>
        <p:nvSpPr>
          <p:cNvPr id="2" name="Qué cambia en la forma de entregar">
            <a:extLst xmlns:a="http://schemas.openxmlformats.org/drawingml/2006/main">
              <a:ext uri="{FF2B5EF4-FFF2-40B4-BE49-F238E27FC236}">
                <a16:creationId xmlns:a16="http://schemas.microsoft.com/office/drawing/2014/main" id="{C5291316-4DBF-4763-BD75-B208A319E62D}"/>
              </a:ext>
            </a:extLst>
          </p:cNvPr>
          <p:cNvSpPr>
            <a:spLocks xmlns:a="http://schemas.openxmlformats.org/drawingml/2006/main" noGrp="1"/>
          </p:cNvSpPr>
          <p:nvPr/>
        </p:nvSpPr>
        <p:spPr>
          <a:xfrm xmlns:a="http://schemas.openxmlformats.org/drawingml/2006/main">
            <a:off x="457200" y="276225"/>
            <a:ext cx="11239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850" b="1">
                <a:solidFill>
                  <a:srgbClr val="FFFFFF"/>
                </a:solidFill>
                <a:latin typeface="Arial"/>
                <a:ea typeface="Arial"/>
                <a:cs typeface="Arial"/>
              </a:defRPr>
            </a:defPPr>
            <a:lvl1pPr algn="l">
              <a:defRPr sz="2850" b="1">
                <a:solidFill>
                  <a:srgbClr val="FFFFFF"/>
                </a:solidFill>
                <a:latin typeface="Arial"/>
                <a:ea typeface="Arial"/>
                <a:cs typeface="Arial"/>
              </a:defRPr>
            </a:lvl1pPr>
            <a:lvl2pPr algn="l">
              <a:defRPr sz="2850" b="1">
                <a:solidFill>
                  <a:srgbClr val="FFFFFF"/>
                </a:solidFill>
                <a:latin typeface="Arial"/>
                <a:ea typeface="Arial"/>
                <a:cs typeface="Arial"/>
              </a:defRPr>
            </a:lvl2pPr>
            <a:lvl3pPr algn="l">
              <a:defRPr sz="2850" b="1">
                <a:solidFill>
                  <a:srgbClr val="FFFFFF"/>
                </a:solidFill>
                <a:latin typeface="Arial"/>
                <a:ea typeface="Arial"/>
                <a:cs typeface="Arial"/>
              </a:defRPr>
            </a:lvl3pPr>
            <a:lvl4pPr algn="l">
              <a:defRPr sz="2850" b="1">
                <a:solidFill>
                  <a:srgbClr val="FFFFFF"/>
                </a:solidFill>
                <a:latin typeface="Arial"/>
                <a:ea typeface="Arial"/>
                <a:cs typeface="Arial"/>
              </a:defRPr>
            </a:lvl4pPr>
            <a:lvl5pPr algn="l">
              <a:defRPr sz="2850" b="1">
                <a:solidFill>
                  <a:srgbClr val="FFFFFF"/>
                </a:solidFill>
                <a:latin typeface="Arial"/>
                <a:ea typeface="Arial"/>
                <a:cs typeface="Arial"/>
              </a:defRPr>
            </a:lvl5pPr>
            <a:lvl6pPr algn="l">
              <a:defRPr sz="2850" b="1">
                <a:solidFill>
                  <a:srgbClr val="FFFFFF"/>
                </a:solidFill>
                <a:latin typeface="Arial"/>
                <a:ea typeface="Arial"/>
                <a:cs typeface="Arial"/>
              </a:defRPr>
            </a:lvl6pPr>
            <a:lvl7pPr algn="l">
              <a:defRPr sz="2850" b="1">
                <a:solidFill>
                  <a:srgbClr val="FFFFFF"/>
                </a:solidFill>
                <a:latin typeface="Arial"/>
                <a:ea typeface="Arial"/>
                <a:cs typeface="Arial"/>
              </a:defRPr>
            </a:lvl7pPr>
            <a:lvl8pPr algn="l">
              <a:defRPr sz="2850" b="1">
                <a:solidFill>
                  <a:srgbClr val="FFFFFF"/>
                </a:solidFill>
                <a:latin typeface="Arial"/>
                <a:ea typeface="Arial"/>
                <a:cs typeface="Arial"/>
              </a:defRPr>
            </a:lvl8pPr>
            <a:lvl9pPr algn="l">
              <a:defRPr sz="2850" b="1">
                <a:solidFill>
                  <a:srgbClr val="FFFFFF"/>
                </a:solidFill>
                <a:latin typeface="Arial"/>
                <a:ea typeface="Arial"/>
                <a:cs typeface="Arial"/>
              </a:defRPr>
            </a:lvl9pPr>
          </a:lstStyle>
          <a:p xmlns:a="http://schemas.openxmlformats.org/drawingml/2006/main">
            <a:pPr algn="l">
              <a:buNone/>
              <a:defRPr sz="2850" b="1">
                <a:solidFill>
                  <a:srgbClr val="FFFFFF"/>
                </a:solidFill>
                <a:latin typeface="Arial"/>
                <a:ea typeface="Arial"/>
                <a:cs typeface="Arial"/>
              </a:defRPr>
            </a:pPr>
            <a:r>
              <a:rPr sz="2850" b="1">
                <a:solidFill>
                  <a:srgbClr val="FFFFFF"/>
                </a:solidFill>
                <a:latin typeface="Arial"/>
                <a:ea typeface="Arial"/>
                <a:cs typeface="Arial"/>
              </a:rPr>
              <a:t>Qué cambia en la forma de entregar</a:t>
            </a:r>
          </a:p>
        </p:txBody>
      </p:sp>
      <p:sp>
        <p:nvSpPr>
          <p:cNvPr id="3" name="CORTE 2 · SCRUM + XP">
            <a:extLst xmlns:a="http://schemas.openxmlformats.org/drawingml/2006/main">
              <a:ext uri="{FF2B5EF4-FFF2-40B4-BE49-F238E27FC236}">
                <a16:creationId xmlns:a16="http://schemas.microsoft.com/office/drawing/2014/main" id="{0B32B629-3DD2-4B4E-BA1E-9D04E35861EC}"/>
              </a:ext>
            </a:extLst>
          </p:cNvPr>
          <p:cNvSpPr>
            <a:spLocks xmlns:a="http://schemas.openxmlformats.org/drawingml/2006/main" noGrp="1"/>
          </p:cNvSpPr>
          <p:nvPr/>
        </p:nvSpPr>
        <p:spPr>
          <a:xfrm xmlns:a="http://schemas.openxmlformats.org/drawingml/2006/main">
            <a:off x="457200" y="1200150"/>
            <a:ext cx="11191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125" b="1">
                <a:solidFill>
                  <a:srgbClr val="55707D"/>
                </a:solidFill>
                <a:latin typeface="Arial"/>
                <a:ea typeface="Arial"/>
                <a:cs typeface="Arial"/>
              </a:defRPr>
            </a:defPPr>
            <a:lvl1pPr algn="l">
              <a:defRPr sz="1125" b="1">
                <a:solidFill>
                  <a:srgbClr val="55707D"/>
                </a:solidFill>
                <a:latin typeface="Arial"/>
                <a:ea typeface="Arial"/>
                <a:cs typeface="Arial"/>
              </a:defRPr>
            </a:lvl1pPr>
            <a:lvl2pPr algn="l">
              <a:defRPr sz="1125" b="1">
                <a:solidFill>
                  <a:srgbClr val="55707D"/>
                </a:solidFill>
                <a:latin typeface="Arial"/>
                <a:ea typeface="Arial"/>
                <a:cs typeface="Arial"/>
              </a:defRPr>
            </a:lvl2pPr>
            <a:lvl3pPr algn="l">
              <a:defRPr sz="1125" b="1">
                <a:solidFill>
                  <a:srgbClr val="55707D"/>
                </a:solidFill>
                <a:latin typeface="Arial"/>
                <a:ea typeface="Arial"/>
                <a:cs typeface="Arial"/>
              </a:defRPr>
            </a:lvl3pPr>
            <a:lvl4pPr algn="l">
              <a:defRPr sz="1125" b="1">
                <a:solidFill>
                  <a:srgbClr val="55707D"/>
                </a:solidFill>
                <a:latin typeface="Arial"/>
                <a:ea typeface="Arial"/>
                <a:cs typeface="Arial"/>
              </a:defRPr>
            </a:lvl4pPr>
            <a:lvl5pPr algn="l">
              <a:defRPr sz="1125" b="1">
                <a:solidFill>
                  <a:srgbClr val="55707D"/>
                </a:solidFill>
                <a:latin typeface="Arial"/>
                <a:ea typeface="Arial"/>
                <a:cs typeface="Arial"/>
              </a:defRPr>
            </a:lvl5pPr>
            <a:lvl6pPr algn="l">
              <a:defRPr sz="1125" b="1">
                <a:solidFill>
                  <a:srgbClr val="55707D"/>
                </a:solidFill>
                <a:latin typeface="Arial"/>
                <a:ea typeface="Arial"/>
                <a:cs typeface="Arial"/>
              </a:defRPr>
            </a:lvl6pPr>
            <a:lvl7pPr algn="l">
              <a:defRPr sz="1125" b="1">
                <a:solidFill>
                  <a:srgbClr val="55707D"/>
                </a:solidFill>
                <a:latin typeface="Arial"/>
                <a:ea typeface="Arial"/>
                <a:cs typeface="Arial"/>
              </a:defRPr>
            </a:lvl7pPr>
            <a:lvl8pPr algn="l">
              <a:defRPr sz="1125" b="1">
                <a:solidFill>
                  <a:srgbClr val="55707D"/>
                </a:solidFill>
                <a:latin typeface="Arial"/>
                <a:ea typeface="Arial"/>
                <a:cs typeface="Arial"/>
              </a:defRPr>
            </a:lvl8pPr>
            <a:lvl9pPr algn="l">
              <a:defRPr sz="1125" b="1">
                <a:solidFill>
                  <a:srgbClr val="55707D"/>
                </a:solidFill>
                <a:latin typeface="Arial"/>
                <a:ea typeface="Arial"/>
                <a:cs typeface="Arial"/>
              </a:defRPr>
            </a:lvl9pPr>
          </a:lstStyle>
          <a:p xmlns:a="http://schemas.openxmlformats.org/drawingml/2006/main">
            <a:pPr algn="l">
              <a:buNone/>
              <a:defRPr sz="1125" b="1">
                <a:solidFill>
                  <a:srgbClr val="55707D"/>
                </a:solidFill>
                <a:latin typeface="Arial"/>
                <a:ea typeface="Arial"/>
                <a:cs typeface="Arial"/>
              </a:defRPr>
            </a:pPr>
            <a:r>
              <a:rPr sz="1125" b="1">
                <a:solidFill>
                  <a:srgbClr val="55707D"/>
                </a:solidFill>
                <a:latin typeface="Arial"/>
                <a:ea typeface="Arial"/>
                <a:cs typeface="Arial"/>
              </a:rPr>
              <a:t>CORTE 2 · SCRUM + XP</a:t>
            </a:r>
          </a:p>
        </p:txBody>
      </p:sp>
      <p:sp>
        <p:nvSpPr>
          <p:cNvPr id="4" name="">
            <a:extLst xmlns:a="http://schemas.openxmlformats.org/drawingml/2006/main">
              <a:ext uri="{FF2B5EF4-FFF2-40B4-BE49-F238E27FC236}">
                <a16:creationId xmlns:a16="http://schemas.microsoft.com/office/drawing/2014/main" id="{94CE7048-6199-424C-AC9B-5B998A32D266}"/>
              </a:ext>
            </a:extLst>
          </p:cNvPr>
          <p:cNvSpPr>
            <a:spLocks xmlns:a="http://schemas.openxmlformats.org/drawingml/2006/main" noGrp="1"/>
          </p:cNvSpPr>
          <p:nvPr/>
        </p:nvSpPr>
        <p:spPr>
          <a:xfrm xmlns:a="http://schemas.openxmlformats.org/drawingml/2006/main">
            <a:off x="0" y="6543675"/>
            <a:ext cx="12192000" cy="314325"/>
          </a:xfrm>
          <a:prstGeom xmlns:a="http://schemas.openxmlformats.org/drawingml/2006/main" prst="rect">
            <a:avLst/>
          </a:prstGeom>
          <a:solidFill xmlns:a="http://schemas.openxmlformats.org/drawingml/2006/main">
            <a:srgbClr val="104D70"/>
          </a:solidFill>
          <a:ln xmlns:a="http://schemas.openxmlformats.org/drawingml/2006/main" w="0">
            <a:noFill/>
          </a:ln>
        </p:spPr>
      </p:sp>
      <p:sp>
        <p:nvSpPr>
          <p:cNvPr id="5" name="DataForge Consulting · FinBank">
            <a:extLst xmlns:a="http://schemas.openxmlformats.org/drawingml/2006/main">
              <a:ext uri="{FF2B5EF4-FFF2-40B4-BE49-F238E27FC236}">
                <a16:creationId xmlns:a16="http://schemas.microsoft.com/office/drawing/2014/main" id="{5AE32FFD-F9B3-44EA-BB82-32A447E02AFC}"/>
              </a:ext>
            </a:extLst>
          </p:cNvPr>
          <p:cNvSpPr>
            <a:spLocks xmlns:a="http://schemas.openxmlformats.org/drawingml/2006/main" noGrp="1"/>
          </p:cNvSpPr>
          <p:nvPr/>
        </p:nvSpPr>
        <p:spPr>
          <a:xfrm xmlns:a="http://schemas.openxmlformats.org/drawingml/2006/main">
            <a:off x="457200" y="6619875"/>
            <a:ext cx="5429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050" b="0">
                <a:solidFill>
                  <a:srgbClr val="FFFFFF"/>
                </a:solidFill>
                <a:latin typeface="Arial"/>
                <a:ea typeface="Arial"/>
                <a:cs typeface="Arial"/>
              </a:defRPr>
            </a:defPPr>
            <a:lvl1pPr algn="l">
              <a:defRPr sz="1050" b="0">
                <a:solidFill>
                  <a:srgbClr val="FFFFFF"/>
                </a:solidFill>
                <a:latin typeface="Arial"/>
                <a:ea typeface="Arial"/>
                <a:cs typeface="Arial"/>
              </a:defRPr>
            </a:lvl1pPr>
            <a:lvl2pPr algn="l">
              <a:defRPr sz="1050" b="0">
                <a:solidFill>
                  <a:srgbClr val="FFFFFF"/>
                </a:solidFill>
                <a:latin typeface="Arial"/>
                <a:ea typeface="Arial"/>
                <a:cs typeface="Arial"/>
              </a:defRPr>
            </a:lvl2pPr>
            <a:lvl3pPr algn="l">
              <a:defRPr sz="1050" b="0">
                <a:solidFill>
                  <a:srgbClr val="FFFFFF"/>
                </a:solidFill>
                <a:latin typeface="Arial"/>
                <a:ea typeface="Arial"/>
                <a:cs typeface="Arial"/>
              </a:defRPr>
            </a:lvl3pPr>
            <a:lvl4pPr algn="l">
              <a:defRPr sz="1050" b="0">
                <a:solidFill>
                  <a:srgbClr val="FFFFFF"/>
                </a:solidFill>
                <a:latin typeface="Arial"/>
                <a:ea typeface="Arial"/>
                <a:cs typeface="Arial"/>
              </a:defRPr>
            </a:lvl4pPr>
            <a:lvl5pPr algn="l">
              <a:defRPr sz="1050" b="0">
                <a:solidFill>
                  <a:srgbClr val="FFFFFF"/>
                </a:solidFill>
                <a:latin typeface="Arial"/>
                <a:ea typeface="Arial"/>
                <a:cs typeface="Arial"/>
              </a:defRPr>
            </a:lvl5pPr>
            <a:lvl6pPr algn="l">
              <a:defRPr sz="1050" b="0">
                <a:solidFill>
                  <a:srgbClr val="FFFFFF"/>
                </a:solidFill>
                <a:latin typeface="Arial"/>
                <a:ea typeface="Arial"/>
                <a:cs typeface="Arial"/>
              </a:defRPr>
            </a:lvl6pPr>
            <a:lvl7pPr algn="l">
              <a:defRPr sz="1050" b="0">
                <a:solidFill>
                  <a:srgbClr val="FFFFFF"/>
                </a:solidFill>
                <a:latin typeface="Arial"/>
                <a:ea typeface="Arial"/>
                <a:cs typeface="Arial"/>
              </a:defRPr>
            </a:lvl7pPr>
            <a:lvl8pPr algn="l">
              <a:defRPr sz="1050" b="0">
                <a:solidFill>
                  <a:srgbClr val="FFFFFF"/>
                </a:solidFill>
                <a:latin typeface="Arial"/>
                <a:ea typeface="Arial"/>
                <a:cs typeface="Arial"/>
              </a:defRPr>
            </a:lvl8pPr>
            <a:lvl9pPr algn="l">
              <a:defRPr sz="1050" b="0">
                <a:solidFill>
                  <a:srgbClr val="FFFFFF"/>
                </a:solidFill>
                <a:latin typeface="Arial"/>
                <a:ea typeface="Arial"/>
                <a:cs typeface="Arial"/>
              </a:defRPr>
            </a:lvl9pPr>
          </a:lstStyle>
          <a:p xmlns:a="http://schemas.openxmlformats.org/drawingml/2006/main">
            <a:pPr algn="l">
              <a:buNone/>
              <a:defRPr sz="1050" b="0">
                <a:solidFill>
                  <a:srgbClr val="FFFFFF"/>
                </a:solidFill>
                <a:latin typeface="Arial"/>
                <a:ea typeface="Arial"/>
                <a:cs typeface="Arial"/>
              </a:defRPr>
            </a:pPr>
            <a:r>
              <a:rPr sz="1050" b="0">
                <a:solidFill>
                  <a:srgbClr val="FFFFFF"/>
                </a:solidFill>
                <a:latin typeface="Arial"/>
                <a:ea typeface="Arial"/>
                <a:cs typeface="Arial"/>
              </a:rPr>
              <a:t>DataForge Consulting · FinBank</a:t>
            </a:r>
          </a:p>
        </p:txBody>
      </p:sp>
      <p:sp>
        <p:nvSpPr>
          <p:cNvPr id="6" name="Daniel Martínez  |  03">
            <a:extLst xmlns:a="http://schemas.openxmlformats.org/drawingml/2006/main">
              <a:ext uri="{FF2B5EF4-FFF2-40B4-BE49-F238E27FC236}">
                <a16:creationId xmlns:a16="http://schemas.microsoft.com/office/drawing/2014/main" id="{426F0190-E418-4376-A232-30F44BFE9B9B}"/>
              </a:ext>
            </a:extLst>
          </p:cNvPr>
          <p:cNvSpPr>
            <a:spLocks xmlns:a="http://schemas.openxmlformats.org/drawingml/2006/main" noGrp="1"/>
          </p:cNvSpPr>
          <p:nvPr/>
        </p:nvSpPr>
        <p:spPr>
          <a:xfrm xmlns:a="http://schemas.openxmlformats.org/drawingml/2006/main">
            <a:off x="7048500" y="6619875"/>
            <a:ext cx="466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r">
              <a:defRPr sz="1050" b="0">
                <a:solidFill>
                  <a:srgbClr val="FFFFFF"/>
                </a:solidFill>
                <a:latin typeface="Arial"/>
                <a:ea typeface="Arial"/>
                <a:cs typeface="Arial"/>
              </a:defRPr>
            </a:defPPr>
            <a:lvl1pPr algn="r">
              <a:defRPr sz="1050" b="0">
                <a:solidFill>
                  <a:srgbClr val="FFFFFF"/>
                </a:solidFill>
                <a:latin typeface="Arial"/>
                <a:ea typeface="Arial"/>
                <a:cs typeface="Arial"/>
              </a:defRPr>
            </a:lvl1pPr>
            <a:lvl2pPr algn="r">
              <a:defRPr sz="1050" b="0">
                <a:solidFill>
                  <a:srgbClr val="FFFFFF"/>
                </a:solidFill>
                <a:latin typeface="Arial"/>
                <a:ea typeface="Arial"/>
                <a:cs typeface="Arial"/>
              </a:defRPr>
            </a:lvl2pPr>
            <a:lvl3pPr algn="r">
              <a:defRPr sz="1050" b="0">
                <a:solidFill>
                  <a:srgbClr val="FFFFFF"/>
                </a:solidFill>
                <a:latin typeface="Arial"/>
                <a:ea typeface="Arial"/>
                <a:cs typeface="Arial"/>
              </a:defRPr>
            </a:lvl3pPr>
            <a:lvl4pPr algn="r">
              <a:defRPr sz="1050" b="0">
                <a:solidFill>
                  <a:srgbClr val="FFFFFF"/>
                </a:solidFill>
                <a:latin typeface="Arial"/>
                <a:ea typeface="Arial"/>
                <a:cs typeface="Arial"/>
              </a:defRPr>
            </a:lvl4pPr>
            <a:lvl5pPr algn="r">
              <a:defRPr sz="1050" b="0">
                <a:solidFill>
                  <a:srgbClr val="FFFFFF"/>
                </a:solidFill>
                <a:latin typeface="Arial"/>
                <a:ea typeface="Arial"/>
                <a:cs typeface="Arial"/>
              </a:defRPr>
            </a:lvl5pPr>
            <a:lvl6pPr algn="r">
              <a:defRPr sz="1050" b="0">
                <a:solidFill>
                  <a:srgbClr val="FFFFFF"/>
                </a:solidFill>
                <a:latin typeface="Arial"/>
                <a:ea typeface="Arial"/>
                <a:cs typeface="Arial"/>
              </a:defRPr>
            </a:lvl6pPr>
            <a:lvl7pPr algn="r">
              <a:defRPr sz="1050" b="0">
                <a:solidFill>
                  <a:srgbClr val="FFFFFF"/>
                </a:solidFill>
                <a:latin typeface="Arial"/>
                <a:ea typeface="Arial"/>
                <a:cs typeface="Arial"/>
              </a:defRPr>
            </a:lvl7pPr>
            <a:lvl8pPr algn="r">
              <a:defRPr sz="1050" b="0">
                <a:solidFill>
                  <a:srgbClr val="FFFFFF"/>
                </a:solidFill>
                <a:latin typeface="Arial"/>
                <a:ea typeface="Arial"/>
                <a:cs typeface="Arial"/>
              </a:defRPr>
            </a:lvl8pPr>
            <a:lvl9pPr algn="r">
              <a:defRPr sz="1050" b="0">
                <a:solidFill>
                  <a:srgbClr val="FFFFFF"/>
                </a:solidFill>
                <a:latin typeface="Arial"/>
                <a:ea typeface="Arial"/>
                <a:cs typeface="Arial"/>
              </a:defRPr>
            </a:lvl9pPr>
          </a:lstStyle>
          <a:p xmlns:a="http://schemas.openxmlformats.org/drawingml/2006/main">
            <a:pPr algn="r">
              <a:buNone/>
              <a:defRPr sz="1050" b="0">
                <a:solidFill>
                  <a:srgbClr val="FFFFFF"/>
                </a:solidFill>
                <a:latin typeface="Arial"/>
                <a:ea typeface="Arial"/>
                <a:cs typeface="Arial"/>
              </a:defRPr>
            </a:pPr>
            <a:r>
              <a:rPr sz="1050" b="0">
                <a:solidFill>
                  <a:srgbClr val="FFFFFF"/>
                </a:solidFill>
                <a:latin typeface="Arial"/>
                <a:ea typeface="Arial"/>
                <a:cs typeface="Arial"/>
              </a:rPr>
              <a:t>Daniel Martínez  |  03</a:t>
            </a:r>
          </a:p>
        </p:txBody>
      </p:sp>
      <p:graphicFrame>
        <p:nvGraphicFramePr>
          <p:cNvPr id="7" name="">
            <a:extLst xmlns:a="http://schemas.openxmlformats.org/drawingml/2006/main">
              <a:ext uri="{FF2B5EF4-FFF2-40B4-BE49-F238E27FC236}">
                <a16:creationId xmlns:a16="http://schemas.microsoft.com/office/drawing/2014/main" id="{C04F3336-61DC-4641-8EE9-A5AEC132CC2B}"/>
              </a:ext>
            </a:extLst>
          </p:cNvPr>
          <p:cNvGraphicFramePr/>
          <p:nvPr/>
        </p:nvGraphicFramePr>
        <p:xfrm>
          <a:off xmlns:a="http://schemas.openxmlformats.org/drawingml/2006/main" x="457200" y="1752600"/>
          <a:ext xmlns:a="http://schemas.openxmlformats.org/drawingml/2006/main" cx="11277600" cy="3476625"/>
        </p:xfrm>
        <a:graphic xmlns:a="http://schemas.openxmlformats.org/drawingml/2006/main">
          <a:graphicData uri="http://schemas.openxmlformats.org/drawingml/2006/table">
            <a:tbl>
              <a:tblPr/>
              <a:tblGrid>
                <a:gridCol w="2000250"/>
                <a:gridCol w="4229100"/>
                <a:gridCol w="5048250"/>
              </a:tblGrid>
              <a:tr h="695325">
                <a:tc>
                  <a:txBody>
                    <a:bodyPr/>
                    <a:lstStyle/>
                    <a:p>
                      <a:r>
                        <a:rPr sz="1725" b="1">
                          <a:solidFill>
                            <a:srgbClr val="FFFFFF"/>
                          </a:solidFill>
                          <a:latin typeface="Arial"/>
                          <a:ea typeface="Arial"/>
                          <a:cs typeface="Arial"/>
                        </a:rPr>
                        <a:t>Dimensión</a:t>
                      </a:r>
                    </a:p>
                  </a:txBody>
                  <a:tcPr marL="91440" marR="91440" marT="45720" marB="45720">
                    <a:lnL w="19050">
                      <a:solidFill>
                        <a:srgbClr val="FFFFFF"/>
                      </a:solidFill>
                    </a:lnL>
                    <a:lnR w="19050">
                      <a:solidFill>
                        <a:srgbClr val="FFFFFF"/>
                      </a:solidFill>
                    </a:lnR>
                    <a:lnT w="19050">
                      <a:solidFill>
                        <a:srgbClr val="FFFFFF"/>
                      </a:solidFill>
                    </a:lnT>
                    <a:lnB w="19050">
                      <a:solidFill>
                        <a:srgbClr val="FFFFFF"/>
                      </a:solidFill>
                    </a:lnB>
                    <a:solidFill>
                      <a:srgbClr val="104D70"/>
                    </a:solidFill>
                  </a:tcPr>
                </a:tc>
                <a:tc>
                  <a:txBody>
                    <a:bodyPr/>
                    <a:lstStyle/>
                    <a:p>
                      <a:r>
                        <a:rPr sz="1725" b="1">
                          <a:solidFill>
                            <a:srgbClr val="FFFFFF"/>
                          </a:solidFill>
                          <a:latin typeface="Arial"/>
                          <a:ea typeface="Arial"/>
                          <a:cs typeface="Arial"/>
                        </a:rPr>
                        <a:t>Corte 1</a:t>
                      </a:r>
                    </a:p>
                  </a:txBody>
                  <a:tcPr marL="91440" marR="91440" marT="45720" marB="45720">
                    <a:lnR w="19050">
                      <a:solidFill>
                        <a:srgbClr val="FFFFFF"/>
                      </a:solidFill>
                    </a:lnR>
                    <a:lnT w="19050">
                      <a:solidFill>
                        <a:srgbClr val="FFFFFF"/>
                      </a:solidFill>
                    </a:lnT>
                    <a:lnB w="19050">
                      <a:solidFill>
                        <a:srgbClr val="FFFFFF"/>
                      </a:solidFill>
                    </a:lnB>
                    <a:solidFill>
                      <a:srgbClr val="104D70"/>
                    </a:solidFill>
                  </a:tcPr>
                </a:tc>
                <a:tc>
                  <a:txBody>
                    <a:bodyPr/>
                    <a:lstStyle/>
                    <a:p>
                      <a:r>
                        <a:rPr sz="1725" b="1">
                          <a:solidFill>
                            <a:srgbClr val="FFFFFF"/>
                          </a:solidFill>
                          <a:latin typeface="Arial"/>
                          <a:ea typeface="Arial"/>
                          <a:cs typeface="Arial"/>
                        </a:rPr>
                        <a:t>Corte 2</a:t>
                      </a:r>
                    </a:p>
                  </a:txBody>
                  <a:tcPr marL="91440" marR="91440" marT="45720" marB="45720">
                    <a:lnR w="19050">
                      <a:solidFill>
                        <a:srgbClr val="FFFFFF"/>
                      </a:solidFill>
                    </a:lnR>
                    <a:lnT w="19050">
                      <a:solidFill>
                        <a:srgbClr val="FFFFFF"/>
                      </a:solidFill>
                    </a:lnT>
                    <a:lnB w="19050">
                      <a:solidFill>
                        <a:srgbClr val="FFFFFF"/>
                      </a:solidFill>
                    </a:lnB>
                    <a:solidFill>
                      <a:srgbClr val="104D70"/>
                    </a:solidFill>
                  </a:tcPr>
                </a:tc>
              </a:tr>
              <a:tr h="695325">
                <a:tc>
                  <a:txBody>
                    <a:bodyPr/>
                    <a:lstStyle/>
                    <a:p>
                      <a:r>
                        <a:rPr sz="1725" b="1">
                          <a:solidFill>
                            <a:srgbClr val="153444"/>
                          </a:solidFill>
                          <a:latin typeface="Arial"/>
                          <a:ea typeface="Arial"/>
                          <a:cs typeface="Arial"/>
                        </a:rPr>
                        <a:t>Compromiso</a:t>
                      </a:r>
                    </a:p>
                  </a:txBody>
                  <a:tcPr marL="91440" marR="91440" marT="45720" marB="45720">
                    <a:lnL w="19050">
                      <a:solidFill>
                        <a:srgbClr val="FFFFFF"/>
                      </a:solidFill>
                    </a:lnL>
                    <a:lnR w="19050">
                      <a:solidFill>
                        <a:srgbClr val="FFFFFF"/>
                      </a:solidFill>
                    </a:lnR>
                    <a:lnB w="19050">
                      <a:solidFill>
                        <a:srgbClr val="FFFFFF"/>
                      </a:solidFill>
                    </a:lnB>
                    <a:solidFill>
                      <a:srgbClr val="EDF4F7"/>
                    </a:solidFill>
                  </a:tcPr>
                </a:tc>
                <a:tc>
                  <a:txBody>
                    <a:bodyPr/>
                    <a:lstStyle/>
                    <a:p>
                      <a:r>
                        <a:rPr sz="1725" b="0">
                          <a:solidFill>
                            <a:srgbClr val="153444"/>
                          </a:solidFill>
                          <a:latin typeface="Arial"/>
                          <a:ea typeface="Arial"/>
                          <a:cs typeface="Arial"/>
                        </a:rPr>
                        <a:t>Alcance, riesgos y flujo visible</a:t>
                      </a:r>
                    </a:p>
                  </a:txBody>
                  <a:tcPr marL="91440" marR="91440" marT="45720" marB="45720">
                    <a:lnR w="19050">
                      <a:solidFill>
                        <a:srgbClr val="FFFFFF"/>
                      </a:solidFill>
                    </a:lnR>
                    <a:lnB w="19050">
                      <a:solidFill>
                        <a:srgbClr val="FFFFFF"/>
                      </a:solidFill>
                    </a:lnB>
                    <a:solidFill>
                      <a:srgbClr val="EDF4F7"/>
                    </a:solidFill>
                  </a:tcPr>
                </a:tc>
                <a:tc>
                  <a:txBody>
                    <a:bodyPr/>
                    <a:lstStyle/>
                    <a:p>
                      <a:r>
                        <a:rPr sz="1725" b="0">
                          <a:solidFill>
                            <a:srgbClr val="153444"/>
                          </a:solidFill>
                          <a:latin typeface="Arial"/>
                          <a:ea typeface="Arial"/>
                          <a:cs typeface="Arial"/>
                        </a:rPr>
                        <a:t>Capacidad por sprint y dependencias</a:t>
                      </a:r>
                    </a:p>
                  </a:txBody>
                  <a:tcPr marL="91440" marR="91440" marT="45720" marB="45720">
                    <a:lnR w="19050">
                      <a:solidFill>
                        <a:srgbClr val="FFFFFF"/>
                      </a:solidFill>
                    </a:lnR>
                    <a:lnB w="19050">
                      <a:solidFill>
                        <a:srgbClr val="FFFFFF"/>
                      </a:solidFill>
                    </a:lnB>
                    <a:solidFill>
                      <a:srgbClr val="EDF4F7"/>
                    </a:solidFill>
                  </a:tcPr>
                </a:tc>
              </a:tr>
              <a:tr h="695325">
                <a:tc>
                  <a:txBody>
                    <a:bodyPr/>
                    <a:lstStyle/>
                    <a:p>
                      <a:r>
                        <a:rPr sz="1725" b="1">
                          <a:solidFill>
                            <a:srgbClr val="153444"/>
                          </a:solidFill>
                          <a:latin typeface="Arial"/>
                          <a:ea typeface="Arial"/>
                          <a:cs typeface="Arial"/>
                        </a:rPr>
                        <a:t>Calidad</a:t>
                      </a:r>
                    </a:p>
                  </a:txBody>
                  <a:tcPr marL="91440" marR="91440" marT="45720" marB="45720">
                    <a:lnL w="19050">
                      <a:solidFill>
                        <a:srgbClr val="FFFFFF"/>
                      </a:solidFill>
                    </a:lnL>
                    <a:lnR w="19050">
                      <a:solidFill>
                        <a:srgbClr val="FFFFFF"/>
                      </a:solidFill>
                    </a:lnR>
                    <a:lnB w="19050">
                      <a:solidFill>
                        <a:srgbClr val="FFFFFF"/>
                      </a:solidFill>
                    </a:lnB>
                    <a:solidFill>
                      <a:srgbClr val="FFFFFF"/>
                    </a:solidFill>
                  </a:tcPr>
                </a:tc>
                <a:tc>
                  <a:txBody>
                    <a:bodyPr/>
                    <a:lstStyle/>
                    <a:p>
                      <a:r>
                        <a:rPr sz="1725" b="0">
                          <a:solidFill>
                            <a:srgbClr val="153444"/>
                          </a:solidFill>
                          <a:latin typeface="Arial"/>
                          <a:ea typeface="Arial"/>
                          <a:cs typeface="Arial"/>
                        </a:rPr>
                        <a:t>DoD y validación de negocio</a:t>
                      </a:r>
                    </a:p>
                  </a:txBody>
                  <a:tcPr marL="91440" marR="91440" marT="45720" marB="45720">
                    <a:lnR w="19050">
                      <a:solidFill>
                        <a:srgbClr val="FFFFFF"/>
                      </a:solidFill>
                    </a:lnR>
                    <a:lnB w="19050">
                      <a:solidFill>
                        <a:srgbClr val="FFFFFF"/>
                      </a:solidFill>
                    </a:lnB>
                    <a:solidFill>
                      <a:srgbClr val="FFFFFF"/>
                    </a:solidFill>
                  </a:tcPr>
                </a:tc>
                <a:tc>
                  <a:txBody>
                    <a:bodyPr/>
                    <a:lstStyle/>
                    <a:p>
                      <a:r>
                        <a:rPr sz="1725" b="0">
                          <a:solidFill>
                            <a:srgbClr val="153444"/>
                          </a:solidFill>
                          <a:latin typeface="Arial"/>
                          <a:ea typeface="Arial"/>
                          <a:cs typeface="Arial"/>
                        </a:rPr>
                        <a:t>Pruebas, pairing y revisión de cambios</a:t>
                      </a:r>
                    </a:p>
                  </a:txBody>
                  <a:tcPr marL="91440" marR="91440" marT="45720" marB="45720">
                    <a:lnR w="19050">
                      <a:solidFill>
                        <a:srgbClr val="FFFFFF"/>
                      </a:solidFill>
                    </a:lnR>
                    <a:lnB w="19050">
                      <a:solidFill>
                        <a:srgbClr val="FFFFFF"/>
                      </a:solidFill>
                    </a:lnB>
                    <a:solidFill>
                      <a:srgbClr val="FFFFFF"/>
                    </a:solidFill>
                  </a:tcPr>
                </a:tc>
              </a:tr>
              <a:tr h="695325">
                <a:tc>
                  <a:txBody>
                    <a:bodyPr/>
                    <a:lstStyle/>
                    <a:p>
                      <a:r>
                        <a:rPr sz="1725" b="1">
                          <a:solidFill>
                            <a:srgbClr val="153444"/>
                          </a:solidFill>
                          <a:latin typeface="Arial"/>
                          <a:ea typeface="Arial"/>
                          <a:cs typeface="Arial"/>
                        </a:rPr>
                        <a:t>Seguimiento</a:t>
                      </a:r>
                    </a:p>
                  </a:txBody>
                  <a:tcPr marL="91440" marR="91440" marT="45720" marB="45720">
                    <a:lnL w="19050">
                      <a:solidFill>
                        <a:srgbClr val="FFFFFF"/>
                      </a:solidFill>
                    </a:lnL>
                    <a:lnR w="19050">
                      <a:solidFill>
                        <a:srgbClr val="FFFFFF"/>
                      </a:solidFill>
                    </a:lnR>
                    <a:lnB w="19050">
                      <a:solidFill>
                        <a:srgbClr val="FFFFFF"/>
                      </a:solidFill>
                    </a:lnB>
                    <a:solidFill>
                      <a:srgbClr val="EDF4F7"/>
                    </a:solidFill>
                  </a:tcPr>
                </a:tc>
                <a:tc>
                  <a:txBody>
                    <a:bodyPr/>
                    <a:lstStyle/>
                    <a:p>
                      <a:r>
                        <a:rPr sz="1725" b="0">
                          <a:solidFill>
                            <a:srgbClr val="153444"/>
                          </a:solidFill>
                          <a:latin typeface="Arial"/>
                          <a:ea typeface="Arial"/>
                          <a:cs typeface="Arial"/>
                        </a:rPr>
                        <a:t>Tablero, WIP y tiempo de ciclo</a:t>
                      </a:r>
                    </a:p>
                  </a:txBody>
                  <a:tcPr marL="91440" marR="91440" marT="45720" marB="45720">
                    <a:lnR w="19050">
                      <a:solidFill>
                        <a:srgbClr val="FFFFFF"/>
                      </a:solidFill>
                    </a:lnR>
                    <a:lnB w="19050">
                      <a:solidFill>
                        <a:srgbClr val="FFFFFF"/>
                      </a:solidFill>
                    </a:lnB>
                    <a:solidFill>
                      <a:srgbClr val="EDF4F7"/>
                    </a:solidFill>
                  </a:tcPr>
                </a:tc>
                <a:tc>
                  <a:txBody>
                    <a:bodyPr/>
                    <a:lstStyle/>
                    <a:p>
                      <a:r>
                        <a:rPr sz="1725" b="0">
                          <a:solidFill>
                            <a:srgbClr val="153444"/>
                          </a:solidFill>
                          <a:latin typeface="Arial"/>
                          <a:ea typeface="Arial"/>
                          <a:cs typeface="Arial"/>
                        </a:rPr>
                        <a:t>Velocidad, burndown y Daily Scrum</a:t>
                      </a:r>
                    </a:p>
                  </a:txBody>
                  <a:tcPr marL="91440" marR="91440" marT="45720" marB="45720">
                    <a:lnR w="19050">
                      <a:solidFill>
                        <a:srgbClr val="FFFFFF"/>
                      </a:solidFill>
                    </a:lnR>
                    <a:lnB w="19050">
                      <a:solidFill>
                        <a:srgbClr val="FFFFFF"/>
                      </a:solidFill>
                    </a:lnB>
                    <a:solidFill>
                      <a:srgbClr val="EDF4F7"/>
                    </a:solidFill>
                  </a:tcPr>
                </a:tc>
              </a:tr>
              <a:tr h="695325">
                <a:tc>
                  <a:txBody>
                    <a:bodyPr/>
                    <a:lstStyle/>
                    <a:p>
                      <a:r>
                        <a:rPr sz="1725" b="1">
                          <a:solidFill>
                            <a:srgbClr val="153444"/>
                          </a:solidFill>
                          <a:latin typeface="Arial"/>
                          <a:ea typeface="Arial"/>
                          <a:cs typeface="Arial"/>
                        </a:rPr>
                        <a:t>Mejora</a:t>
                      </a:r>
                    </a:p>
                  </a:txBody>
                  <a:tcPr marL="91440" marR="91440" marT="45720" marB="45720">
                    <a:lnL w="19050">
                      <a:solidFill>
                        <a:srgbClr val="FFFFFF"/>
                      </a:solidFill>
                    </a:lnL>
                    <a:lnR w="19050">
                      <a:solidFill>
                        <a:srgbClr val="FFFFFF"/>
                      </a:solidFill>
                    </a:lnR>
                    <a:lnB w="19050">
                      <a:solidFill>
                        <a:srgbClr val="FFFFFF"/>
                      </a:solidFill>
                    </a:lnB>
                    <a:solidFill>
                      <a:srgbClr val="FFFFFF"/>
                    </a:solidFill>
                  </a:tcPr>
                </a:tc>
                <a:tc>
                  <a:txBody>
                    <a:bodyPr/>
                    <a:lstStyle/>
                    <a:p>
                      <a:r>
                        <a:rPr sz="1725" b="0">
                          <a:solidFill>
                            <a:srgbClr val="153444"/>
                          </a:solidFill>
                          <a:latin typeface="Arial"/>
                          <a:ea typeface="Arial"/>
                          <a:cs typeface="Arial"/>
                        </a:rPr>
                        <a:t>Decisión del patrocinador</a:t>
                      </a:r>
                    </a:p>
                  </a:txBody>
                  <a:tcPr marL="91440" marR="91440" marT="45720" marB="45720">
                    <a:lnR w="19050">
                      <a:solidFill>
                        <a:srgbClr val="FFFFFF"/>
                      </a:solidFill>
                    </a:lnR>
                    <a:lnB w="19050">
                      <a:solidFill>
                        <a:srgbClr val="FFFFFF"/>
                      </a:solidFill>
                    </a:lnB>
                    <a:solidFill>
                      <a:srgbClr val="FFFFFF"/>
                    </a:solidFill>
                  </a:tcPr>
                </a:tc>
                <a:tc>
                  <a:txBody>
                    <a:bodyPr/>
                    <a:lstStyle/>
                    <a:p>
                      <a:r>
                        <a:rPr sz="1725" b="0">
                          <a:solidFill>
                            <a:srgbClr val="153444"/>
                          </a:solidFill>
                          <a:latin typeface="Arial"/>
                          <a:ea typeface="Arial"/>
                          <a:cs typeface="Arial"/>
                        </a:rPr>
                        <a:t>Retrospectiva con acciones y responsables</a:t>
                      </a:r>
                    </a:p>
                  </a:txBody>
                  <a:tcPr marL="91440" marR="91440" marT="45720" marB="45720">
                    <a:lnR w="19050">
                      <a:solidFill>
                        <a:srgbClr val="FFFFFF"/>
                      </a:solidFill>
                    </a:lnR>
                    <a:lnB w="19050">
                      <a:solidFill>
                        <a:srgbClr val="FFFFFF"/>
                      </a:solidFill>
                    </a:lnB>
                    <a:solidFill>
                      <a:srgbClr val="FFFFFF"/>
                    </a:solidFill>
                  </a:tcPr>
                </a:tc>
              </a:tr>
            </a:tbl>
          </a:graphicData>
        </a:graphic>
      </p:graphicFrame>
      <p:sp>
        <p:nvSpPr>
          <p:cNvPr id="8" name="PMBOK y Kanban continúan como base de gobiern">
            <a:extLst xmlns:a="http://schemas.openxmlformats.org/drawingml/2006/main">
              <a:ext uri="{FF2B5EF4-FFF2-40B4-BE49-F238E27FC236}">
                <a16:creationId xmlns:a16="http://schemas.microsoft.com/office/drawing/2014/main" id="{D133288F-239B-4351-A890-EBAB291B71BD}"/>
              </a:ext>
            </a:extLst>
          </p:cNvPr>
          <p:cNvSpPr>
            <a:spLocks xmlns:a="http://schemas.openxmlformats.org/drawingml/2006/main" noGrp="1"/>
          </p:cNvSpPr>
          <p:nvPr/>
        </p:nvSpPr>
        <p:spPr>
          <a:xfrm xmlns:a="http://schemas.openxmlformats.org/drawingml/2006/main">
            <a:off x="457200" y="5562600"/>
            <a:ext cx="11239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025" b="1">
                <a:solidFill>
                  <a:srgbClr val="10998D"/>
                </a:solidFill>
                <a:latin typeface="Arial"/>
                <a:ea typeface="Arial"/>
                <a:cs typeface="Arial"/>
              </a:defRPr>
            </a:defPPr>
            <a:lvl1pPr algn="l">
              <a:defRPr sz="2025" b="1">
                <a:solidFill>
                  <a:srgbClr val="10998D"/>
                </a:solidFill>
                <a:latin typeface="Arial"/>
                <a:ea typeface="Arial"/>
                <a:cs typeface="Arial"/>
              </a:defRPr>
            </a:lvl1pPr>
            <a:lvl2pPr algn="l">
              <a:defRPr sz="2025" b="1">
                <a:solidFill>
                  <a:srgbClr val="10998D"/>
                </a:solidFill>
                <a:latin typeface="Arial"/>
                <a:ea typeface="Arial"/>
                <a:cs typeface="Arial"/>
              </a:defRPr>
            </a:lvl2pPr>
            <a:lvl3pPr algn="l">
              <a:defRPr sz="2025" b="1">
                <a:solidFill>
                  <a:srgbClr val="10998D"/>
                </a:solidFill>
                <a:latin typeface="Arial"/>
                <a:ea typeface="Arial"/>
                <a:cs typeface="Arial"/>
              </a:defRPr>
            </a:lvl3pPr>
            <a:lvl4pPr algn="l">
              <a:defRPr sz="2025" b="1">
                <a:solidFill>
                  <a:srgbClr val="10998D"/>
                </a:solidFill>
                <a:latin typeface="Arial"/>
                <a:ea typeface="Arial"/>
                <a:cs typeface="Arial"/>
              </a:defRPr>
            </a:lvl4pPr>
            <a:lvl5pPr algn="l">
              <a:defRPr sz="2025" b="1">
                <a:solidFill>
                  <a:srgbClr val="10998D"/>
                </a:solidFill>
                <a:latin typeface="Arial"/>
                <a:ea typeface="Arial"/>
                <a:cs typeface="Arial"/>
              </a:defRPr>
            </a:lvl5pPr>
            <a:lvl6pPr algn="l">
              <a:defRPr sz="2025" b="1">
                <a:solidFill>
                  <a:srgbClr val="10998D"/>
                </a:solidFill>
                <a:latin typeface="Arial"/>
                <a:ea typeface="Arial"/>
                <a:cs typeface="Arial"/>
              </a:defRPr>
            </a:lvl6pPr>
            <a:lvl7pPr algn="l">
              <a:defRPr sz="2025" b="1">
                <a:solidFill>
                  <a:srgbClr val="10998D"/>
                </a:solidFill>
                <a:latin typeface="Arial"/>
                <a:ea typeface="Arial"/>
                <a:cs typeface="Arial"/>
              </a:defRPr>
            </a:lvl7pPr>
            <a:lvl8pPr algn="l">
              <a:defRPr sz="2025" b="1">
                <a:solidFill>
                  <a:srgbClr val="10998D"/>
                </a:solidFill>
                <a:latin typeface="Arial"/>
                <a:ea typeface="Arial"/>
                <a:cs typeface="Arial"/>
              </a:defRPr>
            </a:lvl8pPr>
            <a:lvl9pPr algn="l">
              <a:defRPr sz="2025" b="1">
                <a:solidFill>
                  <a:srgbClr val="10998D"/>
                </a:solidFill>
                <a:latin typeface="Arial"/>
                <a:ea typeface="Arial"/>
                <a:cs typeface="Arial"/>
              </a:defRPr>
            </a:lvl9pPr>
          </a:lstStyle>
          <a:p xmlns:a="http://schemas.openxmlformats.org/drawingml/2006/main">
            <a:pPr algn="l">
              <a:buNone/>
              <a:defRPr sz="2025" b="1">
                <a:solidFill>
                  <a:srgbClr val="10998D"/>
                </a:solidFill>
                <a:latin typeface="Arial"/>
                <a:ea typeface="Arial"/>
                <a:cs typeface="Arial"/>
              </a:defRPr>
            </a:pPr>
            <a:r>
              <a:rPr sz="2025" b="1">
                <a:solidFill>
                  <a:srgbClr val="10998D"/>
                </a:solidFill>
                <a:latin typeface="Arial"/>
                <a:ea typeface="Arial"/>
                <a:cs typeface="Arial"/>
              </a:rPr>
              <a:t>PMBOK y Kanban continúan como base de gobierno y visibilidad</a:t>
            </a:r>
          </a:p>
        </p:txBody>
      </p:sp>
      <p:sp>
        <p:nvSpPr>
          <p:cNvPr id="9" name="C1 ya mencionaba Scrum. C2 profundiza sus eve">
            <a:extLst xmlns:a="http://schemas.openxmlformats.org/drawingml/2006/main">
              <a:ext uri="{FF2B5EF4-FFF2-40B4-BE49-F238E27FC236}">
                <a16:creationId xmlns:a16="http://schemas.microsoft.com/office/drawing/2014/main" id="{6D96892B-68E6-4535-B6B9-A2AB7BFFFA4F}"/>
              </a:ext>
            </a:extLst>
          </p:cNvPr>
          <p:cNvSpPr>
            <a:spLocks xmlns:a="http://schemas.openxmlformats.org/drawingml/2006/main" noGrp="1"/>
          </p:cNvSpPr>
          <p:nvPr/>
        </p:nvSpPr>
        <p:spPr>
          <a:xfrm xmlns:a="http://schemas.openxmlformats.org/drawingml/2006/main">
            <a:off x="457200" y="6191250"/>
            <a:ext cx="11277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125" b="0">
                <a:solidFill>
                  <a:srgbClr val="55707D"/>
                </a:solidFill>
                <a:latin typeface="Arial"/>
                <a:ea typeface="Arial"/>
                <a:cs typeface="Arial"/>
              </a:defRPr>
            </a:defPPr>
            <a:lvl1pPr algn="l">
              <a:defRPr sz="1125" b="0">
                <a:solidFill>
                  <a:srgbClr val="55707D"/>
                </a:solidFill>
                <a:latin typeface="Arial"/>
                <a:ea typeface="Arial"/>
                <a:cs typeface="Arial"/>
              </a:defRPr>
            </a:lvl1pPr>
            <a:lvl2pPr algn="l">
              <a:defRPr sz="1125" b="0">
                <a:solidFill>
                  <a:srgbClr val="55707D"/>
                </a:solidFill>
                <a:latin typeface="Arial"/>
                <a:ea typeface="Arial"/>
                <a:cs typeface="Arial"/>
              </a:defRPr>
            </a:lvl2pPr>
            <a:lvl3pPr algn="l">
              <a:defRPr sz="1125" b="0">
                <a:solidFill>
                  <a:srgbClr val="55707D"/>
                </a:solidFill>
                <a:latin typeface="Arial"/>
                <a:ea typeface="Arial"/>
                <a:cs typeface="Arial"/>
              </a:defRPr>
            </a:lvl3pPr>
            <a:lvl4pPr algn="l">
              <a:defRPr sz="1125" b="0">
                <a:solidFill>
                  <a:srgbClr val="55707D"/>
                </a:solidFill>
                <a:latin typeface="Arial"/>
                <a:ea typeface="Arial"/>
                <a:cs typeface="Arial"/>
              </a:defRPr>
            </a:lvl4pPr>
            <a:lvl5pPr algn="l">
              <a:defRPr sz="1125" b="0">
                <a:solidFill>
                  <a:srgbClr val="55707D"/>
                </a:solidFill>
                <a:latin typeface="Arial"/>
                <a:ea typeface="Arial"/>
                <a:cs typeface="Arial"/>
              </a:defRPr>
            </a:lvl5pPr>
            <a:lvl6pPr algn="l">
              <a:defRPr sz="1125" b="0">
                <a:solidFill>
                  <a:srgbClr val="55707D"/>
                </a:solidFill>
                <a:latin typeface="Arial"/>
                <a:ea typeface="Arial"/>
                <a:cs typeface="Arial"/>
              </a:defRPr>
            </a:lvl6pPr>
            <a:lvl7pPr algn="l">
              <a:defRPr sz="1125" b="0">
                <a:solidFill>
                  <a:srgbClr val="55707D"/>
                </a:solidFill>
                <a:latin typeface="Arial"/>
                <a:ea typeface="Arial"/>
                <a:cs typeface="Arial"/>
              </a:defRPr>
            </a:lvl7pPr>
            <a:lvl8pPr algn="l">
              <a:defRPr sz="1125" b="0">
                <a:solidFill>
                  <a:srgbClr val="55707D"/>
                </a:solidFill>
                <a:latin typeface="Arial"/>
                <a:ea typeface="Arial"/>
                <a:cs typeface="Arial"/>
              </a:defRPr>
            </a:lvl8pPr>
            <a:lvl9pPr algn="l">
              <a:defRPr sz="1125" b="0">
                <a:solidFill>
                  <a:srgbClr val="55707D"/>
                </a:solidFill>
                <a:latin typeface="Arial"/>
                <a:ea typeface="Arial"/>
                <a:cs typeface="Arial"/>
              </a:defRPr>
            </a:lvl9pPr>
          </a:lstStyle>
          <a:p xmlns:a="http://schemas.openxmlformats.org/drawingml/2006/main">
            <a:pPr algn="l">
              <a:buNone/>
              <a:defRPr sz="1125" b="0">
                <a:solidFill>
                  <a:srgbClr val="55707D"/>
                </a:solidFill>
                <a:latin typeface="Arial"/>
                <a:ea typeface="Arial"/>
                <a:cs typeface="Arial"/>
              </a:defRPr>
            </a:pPr>
            <a:r>
              <a:rPr sz="1125" b="0">
                <a:solidFill>
                  <a:srgbClr val="55707D"/>
                </a:solidFill>
                <a:latin typeface="Arial"/>
                <a:ea typeface="Arial"/>
                <a:cs typeface="Arial"/>
              </a:rPr>
              <a:t>C1 ya mencionaba Scrum. C2 profundiza sus eventos y métricas, y aporta prácticas XP verificables.</a:t>
            </a:r>
          </a:p>
        </p:txBody>
      </p:sp>
    </p:spTree>
    <p:extLst>
      <p:ext uri="{BB962C8B-B14F-4D97-AF65-F5344CB8AC3E}">
        <p14:creationId xmlns:p14="http://schemas.microsoft.com/office/powerpoint/2010/main" val="1447425001"/>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7" name="">
            <a:extLst xmlns:a="http://schemas.openxmlformats.org/drawingml/2006/main">
              <a:ext uri="{FF2B5EF4-FFF2-40B4-BE49-F238E27FC236}">
                <a16:creationId xmlns:a16="http://schemas.microsoft.com/office/drawing/2014/main" id="{F8F254CE-6964-46CD-80AC-4741735448F7}"/>
              </a:ext>
            </a:extLst>
          </p:cNvPr>
          <p:cNvCxnSpPr>
            <a:stCxn xmlns:a="http://schemas.openxmlformats.org/drawingml/2006/main" id="11" idx="3"/>
            <a:endCxn xmlns:a="http://schemas.openxmlformats.org/drawingml/2006/main" id="13" idx="1"/>
          </p:cNvCxnSpPr>
          <p:nvPr/>
        </p:nvCxnSpPr>
        <p:spPr>
          <a:xfrm xmlns:a="http://schemas.openxmlformats.org/drawingml/2006/main">
            <a:off x="7038975" y="2928938"/>
            <a:ext cx="361950" cy="0"/>
          </a:xfrm>
          <a:prstGeom xmlns:a="http://schemas.openxmlformats.org/drawingml/2006/main" prst="straightConnector1">
            <a:avLst/>
          </a:prstGeom>
          <a:ln xmlns:a="http://schemas.openxmlformats.org/drawingml/2006/main" w="28575">
            <a:solidFill>
              <a:srgbClr val="0088C3"/>
            </a:solidFill>
            <a:tailEnd type="triangle" w="med" len="med"/>
          </a:ln>
        </p:spPr>
      </p:cxnSp>
      <p:cxnSp>
        <p:nvCxnSpPr>
          <p:cNvPr id="16" name="">
            <a:extLst xmlns:a="http://schemas.openxmlformats.org/drawingml/2006/main">
              <a:ext uri="{FF2B5EF4-FFF2-40B4-BE49-F238E27FC236}">
                <a16:creationId xmlns:a16="http://schemas.microsoft.com/office/drawing/2014/main" id="{83237122-889D-47B8-92D4-23AD61E4463C}"/>
              </a:ext>
            </a:extLst>
          </p:cNvPr>
          <p:cNvCxnSpPr>
            <a:stCxn xmlns:a="http://schemas.openxmlformats.org/drawingml/2006/main" id="9" idx="3"/>
            <a:endCxn xmlns:a="http://schemas.openxmlformats.org/drawingml/2006/main" id="11" idx="1"/>
          </p:cNvCxnSpPr>
          <p:nvPr/>
        </p:nvCxnSpPr>
        <p:spPr>
          <a:xfrm xmlns:a="http://schemas.openxmlformats.org/drawingml/2006/main">
            <a:off x="4724400" y="2928938"/>
            <a:ext cx="361950" cy="0"/>
          </a:xfrm>
          <a:prstGeom xmlns:a="http://schemas.openxmlformats.org/drawingml/2006/main" prst="straightConnector1">
            <a:avLst/>
          </a:prstGeom>
          <a:ln xmlns:a="http://schemas.openxmlformats.org/drawingml/2006/main" w="28575">
            <a:solidFill>
              <a:srgbClr val="0088C3"/>
            </a:solidFill>
            <a:tailEnd type="triangle" w="med" len="med"/>
          </a:ln>
        </p:spPr>
      </p:cxnSp>
      <p:cxnSp>
        <p:nvCxnSpPr>
          <p:cNvPr id="15" name="">
            <a:extLst xmlns:a="http://schemas.openxmlformats.org/drawingml/2006/main">
              <a:ext uri="{FF2B5EF4-FFF2-40B4-BE49-F238E27FC236}">
                <a16:creationId xmlns:a16="http://schemas.microsoft.com/office/drawing/2014/main" id="{B78B773F-C733-4B76-9095-877D6516BF44}"/>
              </a:ext>
            </a:extLst>
          </p:cNvPr>
          <p:cNvCxnSpPr>
            <a:stCxn xmlns:a="http://schemas.openxmlformats.org/drawingml/2006/main" id="7" idx="3"/>
            <a:endCxn xmlns:a="http://schemas.openxmlformats.org/drawingml/2006/main" id="9" idx="1"/>
          </p:cNvCxnSpPr>
          <p:nvPr/>
        </p:nvCxnSpPr>
        <p:spPr>
          <a:xfrm xmlns:a="http://schemas.openxmlformats.org/drawingml/2006/main">
            <a:off x="2409825" y="2928938"/>
            <a:ext cx="361950" cy="0"/>
          </a:xfrm>
          <a:prstGeom xmlns:a="http://schemas.openxmlformats.org/drawingml/2006/main" prst="straightConnector1">
            <a:avLst/>
          </a:prstGeom>
          <a:ln xmlns:a="http://schemas.openxmlformats.org/drawingml/2006/main" w="28575">
            <a:solidFill>
              <a:srgbClr val="0088C3"/>
            </a:solidFill>
            <a:tailEnd type="triangle" w="med" len="med"/>
          </a:ln>
        </p:spPr>
      </p:cxnSp>
      <p:sp>
        <p:nvSpPr>
          <p:cNvPr id="26" name="">
            <a:extLst xmlns:a="http://schemas.openxmlformats.org/drawingml/2006/main">
              <a:ext uri="{FF2B5EF4-FFF2-40B4-BE49-F238E27FC236}">
                <a16:creationId xmlns:a16="http://schemas.microsoft.com/office/drawing/2014/main" id="{8AF0C158-A2A7-47DD-ADF7-A256BC35633B}"/>
              </a:ext>
            </a:extLst>
          </p:cNvPr>
          <p:cNvSpPr>
            <a:spLocks xmlns:a="http://schemas.openxmlformats.org/drawingml/2006/main" noGrp="1"/>
          </p:cNvSpPr>
          <p:nvPr/>
        </p:nvSpPr>
        <p:spPr>
          <a:xfrm xmlns:a="http://schemas.openxmlformats.org/drawingml/2006/main">
            <a:off x="0" y="0"/>
            <a:ext cx="12192000" cy="990600"/>
          </a:xfrm>
          <a:prstGeom xmlns:a="http://schemas.openxmlformats.org/drawingml/2006/main" prst="rect">
            <a:avLst/>
          </a:prstGeom>
          <a:solidFill xmlns:a="http://schemas.openxmlformats.org/drawingml/2006/main">
            <a:srgbClr val="104D70"/>
          </a:solidFill>
          <a:ln xmlns:a="http://schemas.openxmlformats.org/drawingml/2006/main" w="0">
            <a:noFill/>
          </a:ln>
        </p:spPr>
      </p:sp>
      <p:sp>
        <p:nvSpPr>
          <p:cNvPr id="2" name="El incremento construido prepara los datos de">
            <a:extLst xmlns:a="http://schemas.openxmlformats.org/drawingml/2006/main">
              <a:ext uri="{FF2B5EF4-FFF2-40B4-BE49-F238E27FC236}">
                <a16:creationId xmlns:a16="http://schemas.microsoft.com/office/drawing/2014/main" id="{3DFC99D4-D67A-4D2C-8115-141161D8B26B}"/>
              </a:ext>
            </a:extLst>
          </p:cNvPr>
          <p:cNvSpPr>
            <a:spLocks xmlns:a="http://schemas.openxmlformats.org/drawingml/2006/main" noGrp="1"/>
          </p:cNvSpPr>
          <p:nvPr/>
        </p:nvSpPr>
        <p:spPr>
          <a:xfrm xmlns:a="http://schemas.openxmlformats.org/drawingml/2006/main">
            <a:off x="457200" y="276225"/>
            <a:ext cx="11239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850" b="1">
                <a:solidFill>
                  <a:srgbClr val="FFFFFF"/>
                </a:solidFill>
                <a:latin typeface="Arial"/>
                <a:ea typeface="Arial"/>
                <a:cs typeface="Arial"/>
              </a:defRPr>
            </a:defPPr>
            <a:lvl1pPr algn="l">
              <a:defRPr sz="2850" b="1">
                <a:solidFill>
                  <a:srgbClr val="FFFFFF"/>
                </a:solidFill>
                <a:latin typeface="Arial"/>
                <a:ea typeface="Arial"/>
                <a:cs typeface="Arial"/>
              </a:defRPr>
            </a:lvl1pPr>
            <a:lvl2pPr algn="l">
              <a:defRPr sz="2850" b="1">
                <a:solidFill>
                  <a:srgbClr val="FFFFFF"/>
                </a:solidFill>
                <a:latin typeface="Arial"/>
                <a:ea typeface="Arial"/>
                <a:cs typeface="Arial"/>
              </a:defRPr>
            </a:lvl2pPr>
            <a:lvl3pPr algn="l">
              <a:defRPr sz="2850" b="1">
                <a:solidFill>
                  <a:srgbClr val="FFFFFF"/>
                </a:solidFill>
                <a:latin typeface="Arial"/>
                <a:ea typeface="Arial"/>
                <a:cs typeface="Arial"/>
              </a:defRPr>
            </a:lvl3pPr>
            <a:lvl4pPr algn="l">
              <a:defRPr sz="2850" b="1">
                <a:solidFill>
                  <a:srgbClr val="FFFFFF"/>
                </a:solidFill>
                <a:latin typeface="Arial"/>
                <a:ea typeface="Arial"/>
                <a:cs typeface="Arial"/>
              </a:defRPr>
            </a:lvl4pPr>
            <a:lvl5pPr algn="l">
              <a:defRPr sz="2850" b="1">
                <a:solidFill>
                  <a:srgbClr val="FFFFFF"/>
                </a:solidFill>
                <a:latin typeface="Arial"/>
                <a:ea typeface="Arial"/>
                <a:cs typeface="Arial"/>
              </a:defRPr>
            </a:lvl5pPr>
            <a:lvl6pPr algn="l">
              <a:defRPr sz="2850" b="1">
                <a:solidFill>
                  <a:srgbClr val="FFFFFF"/>
                </a:solidFill>
                <a:latin typeface="Arial"/>
                <a:ea typeface="Arial"/>
                <a:cs typeface="Arial"/>
              </a:defRPr>
            </a:lvl6pPr>
            <a:lvl7pPr algn="l">
              <a:defRPr sz="2850" b="1">
                <a:solidFill>
                  <a:srgbClr val="FFFFFF"/>
                </a:solidFill>
                <a:latin typeface="Arial"/>
                <a:ea typeface="Arial"/>
                <a:cs typeface="Arial"/>
              </a:defRPr>
            </a:lvl7pPr>
            <a:lvl8pPr algn="l">
              <a:defRPr sz="2850" b="1">
                <a:solidFill>
                  <a:srgbClr val="FFFFFF"/>
                </a:solidFill>
                <a:latin typeface="Arial"/>
                <a:ea typeface="Arial"/>
                <a:cs typeface="Arial"/>
              </a:defRPr>
            </a:lvl8pPr>
            <a:lvl9pPr algn="l">
              <a:defRPr sz="2850" b="1">
                <a:solidFill>
                  <a:srgbClr val="FFFFFF"/>
                </a:solidFill>
                <a:latin typeface="Arial"/>
                <a:ea typeface="Arial"/>
                <a:cs typeface="Arial"/>
              </a:defRPr>
            </a:lvl9pPr>
          </a:lstStyle>
          <a:p xmlns:a="http://schemas.openxmlformats.org/drawingml/2006/main">
            <a:pPr algn="l">
              <a:buNone/>
              <a:defRPr sz="2850" b="1">
                <a:solidFill>
                  <a:srgbClr val="FFFFFF"/>
                </a:solidFill>
                <a:latin typeface="Arial"/>
                <a:ea typeface="Arial"/>
                <a:cs typeface="Arial"/>
              </a:defRPr>
            </a:pPr>
            <a:r>
              <a:rPr sz="2850" b="1">
                <a:solidFill>
                  <a:srgbClr val="FFFFFF"/>
                </a:solidFill>
                <a:latin typeface="Arial"/>
                <a:ea typeface="Arial"/>
                <a:cs typeface="Arial"/>
              </a:rPr>
              <a:t>El incremento construido prepara los datos de mora</a:t>
            </a:r>
          </a:p>
        </p:txBody>
      </p:sp>
      <p:sp>
        <p:nvSpPr>
          <p:cNvPr id="3" name="CORTE 2 · SCRUM + XP">
            <a:extLst xmlns:a="http://schemas.openxmlformats.org/drawingml/2006/main">
              <a:ext uri="{FF2B5EF4-FFF2-40B4-BE49-F238E27FC236}">
                <a16:creationId xmlns:a16="http://schemas.microsoft.com/office/drawing/2014/main" id="{9C8158B6-8909-4645-A03A-32AD5462AEC2}"/>
              </a:ext>
            </a:extLst>
          </p:cNvPr>
          <p:cNvSpPr>
            <a:spLocks xmlns:a="http://schemas.openxmlformats.org/drawingml/2006/main" noGrp="1"/>
          </p:cNvSpPr>
          <p:nvPr/>
        </p:nvSpPr>
        <p:spPr>
          <a:xfrm xmlns:a="http://schemas.openxmlformats.org/drawingml/2006/main">
            <a:off x="457200" y="1200150"/>
            <a:ext cx="11191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125" b="1">
                <a:solidFill>
                  <a:srgbClr val="55707D"/>
                </a:solidFill>
                <a:latin typeface="Arial"/>
                <a:ea typeface="Arial"/>
                <a:cs typeface="Arial"/>
              </a:defRPr>
            </a:defPPr>
            <a:lvl1pPr algn="l">
              <a:defRPr sz="1125" b="1">
                <a:solidFill>
                  <a:srgbClr val="55707D"/>
                </a:solidFill>
                <a:latin typeface="Arial"/>
                <a:ea typeface="Arial"/>
                <a:cs typeface="Arial"/>
              </a:defRPr>
            </a:lvl1pPr>
            <a:lvl2pPr algn="l">
              <a:defRPr sz="1125" b="1">
                <a:solidFill>
                  <a:srgbClr val="55707D"/>
                </a:solidFill>
                <a:latin typeface="Arial"/>
                <a:ea typeface="Arial"/>
                <a:cs typeface="Arial"/>
              </a:defRPr>
            </a:lvl2pPr>
            <a:lvl3pPr algn="l">
              <a:defRPr sz="1125" b="1">
                <a:solidFill>
                  <a:srgbClr val="55707D"/>
                </a:solidFill>
                <a:latin typeface="Arial"/>
                <a:ea typeface="Arial"/>
                <a:cs typeface="Arial"/>
              </a:defRPr>
            </a:lvl3pPr>
            <a:lvl4pPr algn="l">
              <a:defRPr sz="1125" b="1">
                <a:solidFill>
                  <a:srgbClr val="55707D"/>
                </a:solidFill>
                <a:latin typeface="Arial"/>
                <a:ea typeface="Arial"/>
                <a:cs typeface="Arial"/>
              </a:defRPr>
            </a:lvl4pPr>
            <a:lvl5pPr algn="l">
              <a:defRPr sz="1125" b="1">
                <a:solidFill>
                  <a:srgbClr val="55707D"/>
                </a:solidFill>
                <a:latin typeface="Arial"/>
                <a:ea typeface="Arial"/>
                <a:cs typeface="Arial"/>
              </a:defRPr>
            </a:lvl5pPr>
            <a:lvl6pPr algn="l">
              <a:defRPr sz="1125" b="1">
                <a:solidFill>
                  <a:srgbClr val="55707D"/>
                </a:solidFill>
                <a:latin typeface="Arial"/>
                <a:ea typeface="Arial"/>
                <a:cs typeface="Arial"/>
              </a:defRPr>
            </a:lvl6pPr>
            <a:lvl7pPr algn="l">
              <a:defRPr sz="1125" b="1">
                <a:solidFill>
                  <a:srgbClr val="55707D"/>
                </a:solidFill>
                <a:latin typeface="Arial"/>
                <a:ea typeface="Arial"/>
                <a:cs typeface="Arial"/>
              </a:defRPr>
            </a:lvl7pPr>
            <a:lvl8pPr algn="l">
              <a:defRPr sz="1125" b="1">
                <a:solidFill>
                  <a:srgbClr val="55707D"/>
                </a:solidFill>
                <a:latin typeface="Arial"/>
                <a:ea typeface="Arial"/>
                <a:cs typeface="Arial"/>
              </a:defRPr>
            </a:lvl8pPr>
            <a:lvl9pPr algn="l">
              <a:defRPr sz="1125" b="1">
                <a:solidFill>
                  <a:srgbClr val="55707D"/>
                </a:solidFill>
                <a:latin typeface="Arial"/>
                <a:ea typeface="Arial"/>
                <a:cs typeface="Arial"/>
              </a:defRPr>
            </a:lvl9pPr>
          </a:lstStyle>
          <a:p xmlns:a="http://schemas.openxmlformats.org/drawingml/2006/main">
            <a:pPr algn="l">
              <a:buNone/>
              <a:defRPr sz="1125" b="1">
                <a:solidFill>
                  <a:srgbClr val="55707D"/>
                </a:solidFill>
                <a:latin typeface="Arial"/>
                <a:ea typeface="Arial"/>
                <a:cs typeface="Arial"/>
              </a:defRPr>
            </a:pPr>
            <a:r>
              <a:rPr sz="1125" b="1">
                <a:solidFill>
                  <a:srgbClr val="55707D"/>
                </a:solidFill>
                <a:latin typeface="Arial"/>
                <a:ea typeface="Arial"/>
                <a:cs typeface="Arial"/>
              </a:rPr>
              <a:t>CORTE 2 · SCRUM + XP</a:t>
            </a:r>
          </a:p>
        </p:txBody>
      </p:sp>
      <p:sp>
        <p:nvSpPr>
          <p:cNvPr id="4" name="">
            <a:extLst xmlns:a="http://schemas.openxmlformats.org/drawingml/2006/main">
              <a:ext uri="{FF2B5EF4-FFF2-40B4-BE49-F238E27FC236}">
                <a16:creationId xmlns:a16="http://schemas.microsoft.com/office/drawing/2014/main" id="{4DF1DA9F-19E6-4258-8F21-C1577FF6E91B}"/>
              </a:ext>
            </a:extLst>
          </p:cNvPr>
          <p:cNvSpPr>
            <a:spLocks xmlns:a="http://schemas.openxmlformats.org/drawingml/2006/main" noGrp="1"/>
          </p:cNvSpPr>
          <p:nvPr/>
        </p:nvSpPr>
        <p:spPr>
          <a:xfrm xmlns:a="http://schemas.openxmlformats.org/drawingml/2006/main">
            <a:off x="0" y="6543675"/>
            <a:ext cx="12192000" cy="314325"/>
          </a:xfrm>
          <a:prstGeom xmlns:a="http://schemas.openxmlformats.org/drawingml/2006/main" prst="rect">
            <a:avLst/>
          </a:prstGeom>
          <a:solidFill xmlns:a="http://schemas.openxmlformats.org/drawingml/2006/main">
            <a:srgbClr val="104D70"/>
          </a:solidFill>
          <a:ln xmlns:a="http://schemas.openxmlformats.org/drawingml/2006/main" w="0">
            <a:noFill/>
          </a:ln>
        </p:spPr>
      </p:sp>
      <p:sp>
        <p:nvSpPr>
          <p:cNvPr id="5" name="DataForge Consulting · FinBank">
            <a:extLst xmlns:a="http://schemas.openxmlformats.org/drawingml/2006/main">
              <a:ext uri="{FF2B5EF4-FFF2-40B4-BE49-F238E27FC236}">
                <a16:creationId xmlns:a16="http://schemas.microsoft.com/office/drawing/2014/main" id="{7680BE3F-DDE4-4547-886A-106489A131E3}"/>
              </a:ext>
            </a:extLst>
          </p:cNvPr>
          <p:cNvSpPr>
            <a:spLocks xmlns:a="http://schemas.openxmlformats.org/drawingml/2006/main" noGrp="1"/>
          </p:cNvSpPr>
          <p:nvPr/>
        </p:nvSpPr>
        <p:spPr>
          <a:xfrm xmlns:a="http://schemas.openxmlformats.org/drawingml/2006/main">
            <a:off x="457200" y="6619875"/>
            <a:ext cx="5429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050" b="0">
                <a:solidFill>
                  <a:srgbClr val="FFFFFF"/>
                </a:solidFill>
                <a:latin typeface="Arial"/>
                <a:ea typeface="Arial"/>
                <a:cs typeface="Arial"/>
              </a:defRPr>
            </a:defPPr>
            <a:lvl1pPr algn="l">
              <a:defRPr sz="1050" b="0">
                <a:solidFill>
                  <a:srgbClr val="FFFFFF"/>
                </a:solidFill>
                <a:latin typeface="Arial"/>
                <a:ea typeface="Arial"/>
                <a:cs typeface="Arial"/>
              </a:defRPr>
            </a:lvl1pPr>
            <a:lvl2pPr algn="l">
              <a:defRPr sz="1050" b="0">
                <a:solidFill>
                  <a:srgbClr val="FFFFFF"/>
                </a:solidFill>
                <a:latin typeface="Arial"/>
                <a:ea typeface="Arial"/>
                <a:cs typeface="Arial"/>
              </a:defRPr>
            </a:lvl2pPr>
            <a:lvl3pPr algn="l">
              <a:defRPr sz="1050" b="0">
                <a:solidFill>
                  <a:srgbClr val="FFFFFF"/>
                </a:solidFill>
                <a:latin typeface="Arial"/>
                <a:ea typeface="Arial"/>
                <a:cs typeface="Arial"/>
              </a:defRPr>
            </a:lvl3pPr>
            <a:lvl4pPr algn="l">
              <a:defRPr sz="1050" b="0">
                <a:solidFill>
                  <a:srgbClr val="FFFFFF"/>
                </a:solidFill>
                <a:latin typeface="Arial"/>
                <a:ea typeface="Arial"/>
                <a:cs typeface="Arial"/>
              </a:defRPr>
            </a:lvl4pPr>
            <a:lvl5pPr algn="l">
              <a:defRPr sz="1050" b="0">
                <a:solidFill>
                  <a:srgbClr val="FFFFFF"/>
                </a:solidFill>
                <a:latin typeface="Arial"/>
                <a:ea typeface="Arial"/>
                <a:cs typeface="Arial"/>
              </a:defRPr>
            </a:lvl5pPr>
            <a:lvl6pPr algn="l">
              <a:defRPr sz="1050" b="0">
                <a:solidFill>
                  <a:srgbClr val="FFFFFF"/>
                </a:solidFill>
                <a:latin typeface="Arial"/>
                <a:ea typeface="Arial"/>
                <a:cs typeface="Arial"/>
              </a:defRPr>
            </a:lvl6pPr>
            <a:lvl7pPr algn="l">
              <a:defRPr sz="1050" b="0">
                <a:solidFill>
                  <a:srgbClr val="FFFFFF"/>
                </a:solidFill>
                <a:latin typeface="Arial"/>
                <a:ea typeface="Arial"/>
                <a:cs typeface="Arial"/>
              </a:defRPr>
            </a:lvl7pPr>
            <a:lvl8pPr algn="l">
              <a:defRPr sz="1050" b="0">
                <a:solidFill>
                  <a:srgbClr val="FFFFFF"/>
                </a:solidFill>
                <a:latin typeface="Arial"/>
                <a:ea typeface="Arial"/>
                <a:cs typeface="Arial"/>
              </a:defRPr>
            </a:lvl8pPr>
            <a:lvl9pPr algn="l">
              <a:defRPr sz="1050" b="0">
                <a:solidFill>
                  <a:srgbClr val="FFFFFF"/>
                </a:solidFill>
                <a:latin typeface="Arial"/>
                <a:ea typeface="Arial"/>
                <a:cs typeface="Arial"/>
              </a:defRPr>
            </a:lvl9pPr>
          </a:lstStyle>
          <a:p xmlns:a="http://schemas.openxmlformats.org/drawingml/2006/main">
            <a:pPr algn="l">
              <a:buNone/>
              <a:defRPr sz="1050" b="0">
                <a:solidFill>
                  <a:srgbClr val="FFFFFF"/>
                </a:solidFill>
                <a:latin typeface="Arial"/>
                <a:ea typeface="Arial"/>
                <a:cs typeface="Arial"/>
              </a:defRPr>
            </a:pPr>
            <a:r>
              <a:rPr sz="1050" b="0">
                <a:solidFill>
                  <a:srgbClr val="FFFFFF"/>
                </a:solidFill>
                <a:latin typeface="Arial"/>
                <a:ea typeface="Arial"/>
                <a:cs typeface="Arial"/>
              </a:rPr>
              <a:t>DataForge Consulting · FinBank</a:t>
            </a:r>
          </a:p>
        </p:txBody>
      </p:sp>
      <p:sp>
        <p:nvSpPr>
          <p:cNvPr id="6" name="Rafael Baracaldo  |  04">
            <a:extLst xmlns:a="http://schemas.openxmlformats.org/drawingml/2006/main">
              <a:ext uri="{FF2B5EF4-FFF2-40B4-BE49-F238E27FC236}">
                <a16:creationId xmlns:a16="http://schemas.microsoft.com/office/drawing/2014/main" id="{AD5C2049-ADD9-4B46-811E-FA5F06A110E4}"/>
              </a:ext>
            </a:extLst>
          </p:cNvPr>
          <p:cNvSpPr>
            <a:spLocks xmlns:a="http://schemas.openxmlformats.org/drawingml/2006/main" noGrp="1"/>
          </p:cNvSpPr>
          <p:nvPr/>
        </p:nvSpPr>
        <p:spPr>
          <a:xfrm xmlns:a="http://schemas.openxmlformats.org/drawingml/2006/main">
            <a:off x="7048500" y="6619875"/>
            <a:ext cx="466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r">
              <a:defRPr sz="1050" b="0">
                <a:solidFill>
                  <a:srgbClr val="FFFFFF"/>
                </a:solidFill>
                <a:latin typeface="Arial"/>
                <a:ea typeface="Arial"/>
                <a:cs typeface="Arial"/>
              </a:defRPr>
            </a:defPPr>
            <a:lvl1pPr algn="r">
              <a:defRPr sz="1050" b="0">
                <a:solidFill>
                  <a:srgbClr val="FFFFFF"/>
                </a:solidFill>
                <a:latin typeface="Arial"/>
                <a:ea typeface="Arial"/>
                <a:cs typeface="Arial"/>
              </a:defRPr>
            </a:lvl1pPr>
            <a:lvl2pPr algn="r">
              <a:defRPr sz="1050" b="0">
                <a:solidFill>
                  <a:srgbClr val="FFFFFF"/>
                </a:solidFill>
                <a:latin typeface="Arial"/>
                <a:ea typeface="Arial"/>
                <a:cs typeface="Arial"/>
              </a:defRPr>
            </a:lvl2pPr>
            <a:lvl3pPr algn="r">
              <a:defRPr sz="1050" b="0">
                <a:solidFill>
                  <a:srgbClr val="FFFFFF"/>
                </a:solidFill>
                <a:latin typeface="Arial"/>
                <a:ea typeface="Arial"/>
                <a:cs typeface="Arial"/>
              </a:defRPr>
            </a:lvl3pPr>
            <a:lvl4pPr algn="r">
              <a:defRPr sz="1050" b="0">
                <a:solidFill>
                  <a:srgbClr val="FFFFFF"/>
                </a:solidFill>
                <a:latin typeface="Arial"/>
                <a:ea typeface="Arial"/>
                <a:cs typeface="Arial"/>
              </a:defRPr>
            </a:lvl4pPr>
            <a:lvl5pPr algn="r">
              <a:defRPr sz="1050" b="0">
                <a:solidFill>
                  <a:srgbClr val="FFFFFF"/>
                </a:solidFill>
                <a:latin typeface="Arial"/>
                <a:ea typeface="Arial"/>
                <a:cs typeface="Arial"/>
              </a:defRPr>
            </a:lvl5pPr>
            <a:lvl6pPr algn="r">
              <a:defRPr sz="1050" b="0">
                <a:solidFill>
                  <a:srgbClr val="FFFFFF"/>
                </a:solidFill>
                <a:latin typeface="Arial"/>
                <a:ea typeface="Arial"/>
                <a:cs typeface="Arial"/>
              </a:defRPr>
            </a:lvl6pPr>
            <a:lvl7pPr algn="r">
              <a:defRPr sz="1050" b="0">
                <a:solidFill>
                  <a:srgbClr val="FFFFFF"/>
                </a:solidFill>
                <a:latin typeface="Arial"/>
                <a:ea typeface="Arial"/>
                <a:cs typeface="Arial"/>
              </a:defRPr>
            </a:lvl7pPr>
            <a:lvl8pPr algn="r">
              <a:defRPr sz="1050" b="0">
                <a:solidFill>
                  <a:srgbClr val="FFFFFF"/>
                </a:solidFill>
                <a:latin typeface="Arial"/>
                <a:ea typeface="Arial"/>
                <a:cs typeface="Arial"/>
              </a:defRPr>
            </a:lvl8pPr>
            <a:lvl9pPr algn="r">
              <a:defRPr sz="1050" b="0">
                <a:solidFill>
                  <a:srgbClr val="FFFFFF"/>
                </a:solidFill>
                <a:latin typeface="Arial"/>
                <a:ea typeface="Arial"/>
                <a:cs typeface="Arial"/>
              </a:defRPr>
            </a:lvl9pPr>
          </a:lstStyle>
          <a:p xmlns:a="http://schemas.openxmlformats.org/drawingml/2006/main">
            <a:pPr algn="r">
              <a:buNone/>
              <a:defRPr sz="1050" b="0">
                <a:solidFill>
                  <a:srgbClr val="FFFFFF"/>
                </a:solidFill>
                <a:latin typeface="Arial"/>
                <a:ea typeface="Arial"/>
                <a:cs typeface="Arial"/>
              </a:defRPr>
            </a:pPr>
            <a:r>
              <a:rPr sz="1050" b="0">
                <a:solidFill>
                  <a:srgbClr val="FFFFFF"/>
                </a:solidFill>
                <a:latin typeface="Arial"/>
                <a:ea typeface="Arial"/>
                <a:cs typeface="Arial"/>
              </a:rPr>
              <a:t>Rafael Baracaldo  |  04</a:t>
            </a:r>
          </a:p>
        </p:txBody>
      </p:sp>
      <p:sp>
        <p:nvSpPr>
          <p:cNvPr id="7" name="">
            <a:extLst xmlns:a="http://schemas.openxmlformats.org/drawingml/2006/main">
              <a:ext uri="{FF2B5EF4-FFF2-40B4-BE49-F238E27FC236}">
                <a16:creationId xmlns:a16="http://schemas.microsoft.com/office/drawing/2014/main" id="{52DE0ADC-D379-4991-B718-C211090EFC79}"/>
              </a:ext>
            </a:extLst>
          </p:cNvPr>
          <p:cNvSpPr>
            <a:spLocks xmlns:a="http://schemas.openxmlformats.org/drawingml/2006/main" noGrp="1"/>
          </p:cNvSpPr>
          <p:nvPr/>
        </p:nvSpPr>
        <p:spPr>
          <a:xfrm xmlns:a="http://schemas.openxmlformats.org/drawingml/2006/main">
            <a:off x="457200" y="2428875"/>
            <a:ext cx="1952625" cy="1000125"/>
          </a:xfrm>
          <a:prstGeom xmlns:a="http://schemas.openxmlformats.org/drawingml/2006/main" prst="rect">
            <a:avLst/>
          </a:prstGeom>
          <a:solidFill xmlns:a="http://schemas.openxmlformats.org/drawingml/2006/main">
            <a:srgbClr val="10998D"/>
          </a:solidFill>
          <a:ln xmlns:a="http://schemas.openxmlformats.org/drawingml/2006/main" w="0">
            <a:noFill/>
          </a:ln>
        </p:spPr>
      </p:sp>
      <p:sp>
        <p:nvSpPr>
          <p:cNvPr id="8" name="Muestra&#10;sintética">
            <a:extLst xmlns:a="http://schemas.openxmlformats.org/drawingml/2006/main">
              <a:ext uri="{FF2B5EF4-FFF2-40B4-BE49-F238E27FC236}">
                <a16:creationId xmlns:a16="http://schemas.microsoft.com/office/drawing/2014/main" id="{142D8FBF-7424-4260-BB18-F453D1382132}"/>
              </a:ext>
            </a:extLst>
          </p:cNvPr>
          <p:cNvSpPr>
            <a:spLocks xmlns:a="http://schemas.openxmlformats.org/drawingml/2006/main" noGrp="1"/>
          </p:cNvSpPr>
          <p:nvPr/>
        </p:nvSpPr>
        <p:spPr>
          <a:xfrm xmlns:a="http://schemas.openxmlformats.org/drawingml/2006/main">
            <a:off x="590550" y="2619375"/>
            <a:ext cx="16859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ctr">
              <a:defRPr sz="1875" b="1">
                <a:solidFill>
                  <a:srgbClr val="FFFFFF"/>
                </a:solidFill>
                <a:latin typeface="Arial"/>
                <a:ea typeface="Arial"/>
                <a:cs typeface="Arial"/>
              </a:defRPr>
            </a:defPPr>
            <a:lvl1pPr algn="ctr">
              <a:defRPr sz="1875" b="1">
                <a:solidFill>
                  <a:srgbClr val="FFFFFF"/>
                </a:solidFill>
                <a:latin typeface="Arial"/>
                <a:ea typeface="Arial"/>
                <a:cs typeface="Arial"/>
              </a:defRPr>
            </a:lvl1pPr>
            <a:lvl2pPr algn="ctr">
              <a:defRPr sz="1875" b="1">
                <a:solidFill>
                  <a:srgbClr val="FFFFFF"/>
                </a:solidFill>
                <a:latin typeface="Arial"/>
                <a:ea typeface="Arial"/>
                <a:cs typeface="Arial"/>
              </a:defRPr>
            </a:lvl2pPr>
            <a:lvl3pPr algn="ctr">
              <a:defRPr sz="1875" b="1">
                <a:solidFill>
                  <a:srgbClr val="FFFFFF"/>
                </a:solidFill>
                <a:latin typeface="Arial"/>
                <a:ea typeface="Arial"/>
                <a:cs typeface="Arial"/>
              </a:defRPr>
            </a:lvl3pPr>
            <a:lvl4pPr algn="ctr">
              <a:defRPr sz="1875" b="1">
                <a:solidFill>
                  <a:srgbClr val="FFFFFF"/>
                </a:solidFill>
                <a:latin typeface="Arial"/>
                <a:ea typeface="Arial"/>
                <a:cs typeface="Arial"/>
              </a:defRPr>
            </a:lvl4pPr>
            <a:lvl5pPr algn="ctr">
              <a:defRPr sz="1875" b="1">
                <a:solidFill>
                  <a:srgbClr val="FFFFFF"/>
                </a:solidFill>
                <a:latin typeface="Arial"/>
                <a:ea typeface="Arial"/>
                <a:cs typeface="Arial"/>
              </a:defRPr>
            </a:lvl5pPr>
            <a:lvl6pPr algn="ctr">
              <a:defRPr sz="1875" b="1">
                <a:solidFill>
                  <a:srgbClr val="FFFFFF"/>
                </a:solidFill>
                <a:latin typeface="Arial"/>
                <a:ea typeface="Arial"/>
                <a:cs typeface="Arial"/>
              </a:defRPr>
            </a:lvl6pPr>
            <a:lvl7pPr algn="ctr">
              <a:defRPr sz="1875" b="1">
                <a:solidFill>
                  <a:srgbClr val="FFFFFF"/>
                </a:solidFill>
                <a:latin typeface="Arial"/>
                <a:ea typeface="Arial"/>
                <a:cs typeface="Arial"/>
              </a:defRPr>
            </a:lvl7pPr>
            <a:lvl8pPr algn="ctr">
              <a:defRPr sz="1875" b="1">
                <a:solidFill>
                  <a:srgbClr val="FFFFFF"/>
                </a:solidFill>
                <a:latin typeface="Arial"/>
                <a:ea typeface="Arial"/>
                <a:cs typeface="Arial"/>
              </a:defRPr>
            </a:lvl8pPr>
            <a:lvl9pPr algn="ctr">
              <a:defRPr sz="1875" b="1">
                <a:solidFill>
                  <a:srgbClr val="FFFFFF"/>
                </a:solidFill>
                <a:latin typeface="Arial"/>
                <a:ea typeface="Arial"/>
                <a:cs typeface="Arial"/>
              </a:defRPr>
            </a:lvl9pPr>
          </a:lstStyle>
          <a:p xmlns:a="http://schemas.openxmlformats.org/drawingml/2006/main">
            <a:pPr algn="ctr">
              <a:buNone/>
              <a:defRPr sz="1875" b="1">
                <a:solidFill>
                  <a:srgbClr val="FFFFFF"/>
                </a:solidFill>
                <a:latin typeface="Arial"/>
                <a:ea typeface="Arial"/>
                <a:cs typeface="Arial"/>
              </a:defRPr>
            </a:pPr>
            <a:r>
              <a:rPr sz="1875" b="1">
                <a:solidFill>
                  <a:srgbClr val="FFFFFF"/>
                </a:solidFill>
                <a:latin typeface="Arial"/>
                <a:ea typeface="Arial"/>
                <a:cs typeface="Arial"/>
              </a:rPr>
              <a:t>Muestra</a:t>
            </a:r>
          </a:p>
          <a:p xmlns:a="http://schemas.openxmlformats.org/drawingml/2006/main">
            <a:pPr algn="ctr">
              <a:buNone/>
              <a:defRPr sz="1875" b="1">
                <a:solidFill>
                  <a:srgbClr val="FFFFFF"/>
                </a:solidFill>
                <a:latin typeface="Arial"/>
                <a:ea typeface="Arial"/>
                <a:cs typeface="Arial"/>
              </a:defRPr>
            </a:pPr>
            <a:r>
              <a:rPr sz="1875" b="1">
                <a:solidFill>
                  <a:srgbClr val="FFFFFF"/>
                </a:solidFill>
                <a:latin typeface="Arial"/>
                <a:ea typeface="Arial"/>
                <a:cs typeface="Arial"/>
              </a:rPr>
              <a:t>sintética</a:t>
            </a:r>
          </a:p>
        </p:txBody>
      </p:sp>
      <p:sp>
        <p:nvSpPr>
          <p:cNvPr id="9" name="">
            <a:extLst xmlns:a="http://schemas.openxmlformats.org/drawingml/2006/main">
              <a:ext uri="{FF2B5EF4-FFF2-40B4-BE49-F238E27FC236}">
                <a16:creationId xmlns:a16="http://schemas.microsoft.com/office/drawing/2014/main" id="{F3D438AA-567C-4BDF-9F82-E2F2E83610A7}"/>
              </a:ext>
            </a:extLst>
          </p:cNvPr>
          <p:cNvSpPr>
            <a:spLocks xmlns:a="http://schemas.openxmlformats.org/drawingml/2006/main" noGrp="1"/>
          </p:cNvSpPr>
          <p:nvPr/>
        </p:nvSpPr>
        <p:spPr>
          <a:xfrm xmlns:a="http://schemas.openxmlformats.org/drawingml/2006/main">
            <a:off x="2771775" y="2428875"/>
            <a:ext cx="1952625" cy="1000125"/>
          </a:xfrm>
          <a:prstGeom xmlns:a="http://schemas.openxmlformats.org/drawingml/2006/main" prst="rect">
            <a:avLst/>
          </a:prstGeom>
          <a:solidFill xmlns:a="http://schemas.openxmlformats.org/drawingml/2006/main">
            <a:srgbClr val="10998D"/>
          </a:solidFill>
          <a:ln xmlns:a="http://schemas.openxmlformats.org/drawingml/2006/main" w="0">
            <a:noFill/>
          </a:ln>
        </p:spPr>
      </p:sp>
      <p:sp>
        <p:nvSpPr>
          <p:cNvPr id="10" name="Reglas de&#10;validación">
            <a:extLst xmlns:a="http://schemas.openxmlformats.org/drawingml/2006/main">
              <a:ext uri="{FF2B5EF4-FFF2-40B4-BE49-F238E27FC236}">
                <a16:creationId xmlns:a16="http://schemas.microsoft.com/office/drawing/2014/main" id="{7CFB7F27-12B3-4022-BDE2-7C2C81C33DBA}"/>
              </a:ext>
            </a:extLst>
          </p:cNvPr>
          <p:cNvSpPr>
            <a:spLocks xmlns:a="http://schemas.openxmlformats.org/drawingml/2006/main" noGrp="1"/>
          </p:cNvSpPr>
          <p:nvPr/>
        </p:nvSpPr>
        <p:spPr>
          <a:xfrm xmlns:a="http://schemas.openxmlformats.org/drawingml/2006/main">
            <a:off x="2905125" y="2619375"/>
            <a:ext cx="16859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ctr">
              <a:defRPr sz="1875" b="1">
                <a:solidFill>
                  <a:srgbClr val="FFFFFF"/>
                </a:solidFill>
                <a:latin typeface="Arial"/>
                <a:ea typeface="Arial"/>
                <a:cs typeface="Arial"/>
              </a:defRPr>
            </a:defPPr>
            <a:lvl1pPr algn="ctr">
              <a:defRPr sz="1875" b="1">
                <a:solidFill>
                  <a:srgbClr val="FFFFFF"/>
                </a:solidFill>
                <a:latin typeface="Arial"/>
                <a:ea typeface="Arial"/>
                <a:cs typeface="Arial"/>
              </a:defRPr>
            </a:lvl1pPr>
            <a:lvl2pPr algn="ctr">
              <a:defRPr sz="1875" b="1">
                <a:solidFill>
                  <a:srgbClr val="FFFFFF"/>
                </a:solidFill>
                <a:latin typeface="Arial"/>
                <a:ea typeface="Arial"/>
                <a:cs typeface="Arial"/>
              </a:defRPr>
            </a:lvl2pPr>
            <a:lvl3pPr algn="ctr">
              <a:defRPr sz="1875" b="1">
                <a:solidFill>
                  <a:srgbClr val="FFFFFF"/>
                </a:solidFill>
                <a:latin typeface="Arial"/>
                <a:ea typeface="Arial"/>
                <a:cs typeface="Arial"/>
              </a:defRPr>
            </a:lvl3pPr>
            <a:lvl4pPr algn="ctr">
              <a:defRPr sz="1875" b="1">
                <a:solidFill>
                  <a:srgbClr val="FFFFFF"/>
                </a:solidFill>
                <a:latin typeface="Arial"/>
                <a:ea typeface="Arial"/>
                <a:cs typeface="Arial"/>
              </a:defRPr>
            </a:lvl4pPr>
            <a:lvl5pPr algn="ctr">
              <a:defRPr sz="1875" b="1">
                <a:solidFill>
                  <a:srgbClr val="FFFFFF"/>
                </a:solidFill>
                <a:latin typeface="Arial"/>
                <a:ea typeface="Arial"/>
                <a:cs typeface="Arial"/>
              </a:defRPr>
            </a:lvl5pPr>
            <a:lvl6pPr algn="ctr">
              <a:defRPr sz="1875" b="1">
                <a:solidFill>
                  <a:srgbClr val="FFFFFF"/>
                </a:solidFill>
                <a:latin typeface="Arial"/>
                <a:ea typeface="Arial"/>
                <a:cs typeface="Arial"/>
              </a:defRPr>
            </a:lvl6pPr>
            <a:lvl7pPr algn="ctr">
              <a:defRPr sz="1875" b="1">
                <a:solidFill>
                  <a:srgbClr val="FFFFFF"/>
                </a:solidFill>
                <a:latin typeface="Arial"/>
                <a:ea typeface="Arial"/>
                <a:cs typeface="Arial"/>
              </a:defRPr>
            </a:lvl7pPr>
            <a:lvl8pPr algn="ctr">
              <a:defRPr sz="1875" b="1">
                <a:solidFill>
                  <a:srgbClr val="FFFFFF"/>
                </a:solidFill>
                <a:latin typeface="Arial"/>
                <a:ea typeface="Arial"/>
                <a:cs typeface="Arial"/>
              </a:defRPr>
            </a:lvl8pPr>
            <a:lvl9pPr algn="ctr">
              <a:defRPr sz="1875" b="1">
                <a:solidFill>
                  <a:srgbClr val="FFFFFF"/>
                </a:solidFill>
                <a:latin typeface="Arial"/>
                <a:ea typeface="Arial"/>
                <a:cs typeface="Arial"/>
              </a:defRPr>
            </a:lvl9pPr>
          </a:lstStyle>
          <a:p xmlns:a="http://schemas.openxmlformats.org/drawingml/2006/main">
            <a:pPr algn="ctr">
              <a:buNone/>
              <a:defRPr sz="1875" b="1">
                <a:solidFill>
                  <a:srgbClr val="FFFFFF"/>
                </a:solidFill>
                <a:latin typeface="Arial"/>
                <a:ea typeface="Arial"/>
                <a:cs typeface="Arial"/>
              </a:defRPr>
            </a:pPr>
            <a:r>
              <a:rPr sz="1875" b="1">
                <a:solidFill>
                  <a:srgbClr val="FFFFFF"/>
                </a:solidFill>
                <a:latin typeface="Arial"/>
                <a:ea typeface="Arial"/>
                <a:cs typeface="Arial"/>
              </a:rPr>
              <a:t>Reglas de</a:t>
            </a:r>
          </a:p>
          <a:p xmlns:a="http://schemas.openxmlformats.org/drawingml/2006/main">
            <a:pPr algn="ctr">
              <a:buNone/>
              <a:defRPr sz="1875" b="1">
                <a:solidFill>
                  <a:srgbClr val="FFFFFF"/>
                </a:solidFill>
                <a:latin typeface="Arial"/>
                <a:ea typeface="Arial"/>
                <a:cs typeface="Arial"/>
              </a:defRPr>
            </a:pPr>
            <a:r>
              <a:rPr sz="1875" b="1">
                <a:solidFill>
                  <a:srgbClr val="FFFFFF"/>
                </a:solidFill>
                <a:latin typeface="Arial"/>
                <a:ea typeface="Arial"/>
                <a:cs typeface="Arial"/>
              </a:rPr>
              <a:t>validación</a:t>
            </a:r>
          </a:p>
        </p:txBody>
      </p:sp>
      <p:sp>
        <p:nvSpPr>
          <p:cNvPr id="11" name="">
            <a:extLst xmlns:a="http://schemas.openxmlformats.org/drawingml/2006/main">
              <a:ext uri="{FF2B5EF4-FFF2-40B4-BE49-F238E27FC236}">
                <a16:creationId xmlns:a16="http://schemas.microsoft.com/office/drawing/2014/main" id="{25DF8471-9554-4698-AF42-C92DC882C958}"/>
              </a:ext>
            </a:extLst>
          </p:cNvPr>
          <p:cNvSpPr>
            <a:spLocks xmlns:a="http://schemas.openxmlformats.org/drawingml/2006/main" noGrp="1"/>
          </p:cNvSpPr>
          <p:nvPr/>
        </p:nvSpPr>
        <p:spPr>
          <a:xfrm xmlns:a="http://schemas.openxmlformats.org/drawingml/2006/main">
            <a:off x="5086350" y="2428875"/>
            <a:ext cx="1952625" cy="1000125"/>
          </a:xfrm>
          <a:prstGeom xmlns:a="http://schemas.openxmlformats.org/drawingml/2006/main" prst="rect">
            <a:avLst/>
          </a:prstGeom>
          <a:solidFill xmlns:a="http://schemas.openxmlformats.org/drawingml/2006/main">
            <a:srgbClr val="10998D"/>
          </a:solidFill>
          <a:ln xmlns:a="http://schemas.openxmlformats.org/drawingml/2006/main" w="0">
            <a:noFill/>
          </a:ln>
        </p:spPr>
      </p:sp>
      <p:sp>
        <p:nvSpPr>
          <p:cNvPr id="12" name="Calidad y&#10;diccionario">
            <a:extLst xmlns:a="http://schemas.openxmlformats.org/drawingml/2006/main">
              <a:ext uri="{FF2B5EF4-FFF2-40B4-BE49-F238E27FC236}">
                <a16:creationId xmlns:a16="http://schemas.microsoft.com/office/drawing/2014/main" id="{42F97582-54D8-42B2-81E8-C100DFB4DCED}"/>
              </a:ext>
            </a:extLst>
          </p:cNvPr>
          <p:cNvSpPr>
            <a:spLocks xmlns:a="http://schemas.openxmlformats.org/drawingml/2006/main" noGrp="1"/>
          </p:cNvSpPr>
          <p:nvPr/>
        </p:nvSpPr>
        <p:spPr>
          <a:xfrm xmlns:a="http://schemas.openxmlformats.org/drawingml/2006/main">
            <a:off x="5219700" y="2619375"/>
            <a:ext cx="16859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ctr">
              <a:defRPr sz="1875" b="1">
                <a:solidFill>
                  <a:srgbClr val="FFFFFF"/>
                </a:solidFill>
                <a:latin typeface="Arial"/>
                <a:ea typeface="Arial"/>
                <a:cs typeface="Arial"/>
              </a:defRPr>
            </a:defPPr>
            <a:lvl1pPr algn="ctr">
              <a:defRPr sz="1875" b="1">
                <a:solidFill>
                  <a:srgbClr val="FFFFFF"/>
                </a:solidFill>
                <a:latin typeface="Arial"/>
                <a:ea typeface="Arial"/>
                <a:cs typeface="Arial"/>
              </a:defRPr>
            </a:lvl1pPr>
            <a:lvl2pPr algn="ctr">
              <a:defRPr sz="1875" b="1">
                <a:solidFill>
                  <a:srgbClr val="FFFFFF"/>
                </a:solidFill>
                <a:latin typeface="Arial"/>
                <a:ea typeface="Arial"/>
                <a:cs typeface="Arial"/>
              </a:defRPr>
            </a:lvl2pPr>
            <a:lvl3pPr algn="ctr">
              <a:defRPr sz="1875" b="1">
                <a:solidFill>
                  <a:srgbClr val="FFFFFF"/>
                </a:solidFill>
                <a:latin typeface="Arial"/>
                <a:ea typeface="Arial"/>
                <a:cs typeface="Arial"/>
              </a:defRPr>
            </a:lvl3pPr>
            <a:lvl4pPr algn="ctr">
              <a:defRPr sz="1875" b="1">
                <a:solidFill>
                  <a:srgbClr val="FFFFFF"/>
                </a:solidFill>
                <a:latin typeface="Arial"/>
                <a:ea typeface="Arial"/>
                <a:cs typeface="Arial"/>
              </a:defRPr>
            </a:lvl4pPr>
            <a:lvl5pPr algn="ctr">
              <a:defRPr sz="1875" b="1">
                <a:solidFill>
                  <a:srgbClr val="FFFFFF"/>
                </a:solidFill>
                <a:latin typeface="Arial"/>
                <a:ea typeface="Arial"/>
                <a:cs typeface="Arial"/>
              </a:defRPr>
            </a:lvl5pPr>
            <a:lvl6pPr algn="ctr">
              <a:defRPr sz="1875" b="1">
                <a:solidFill>
                  <a:srgbClr val="FFFFFF"/>
                </a:solidFill>
                <a:latin typeface="Arial"/>
                <a:ea typeface="Arial"/>
                <a:cs typeface="Arial"/>
              </a:defRPr>
            </a:lvl6pPr>
            <a:lvl7pPr algn="ctr">
              <a:defRPr sz="1875" b="1">
                <a:solidFill>
                  <a:srgbClr val="FFFFFF"/>
                </a:solidFill>
                <a:latin typeface="Arial"/>
                <a:ea typeface="Arial"/>
                <a:cs typeface="Arial"/>
              </a:defRPr>
            </a:lvl7pPr>
            <a:lvl8pPr algn="ctr">
              <a:defRPr sz="1875" b="1">
                <a:solidFill>
                  <a:srgbClr val="FFFFFF"/>
                </a:solidFill>
                <a:latin typeface="Arial"/>
                <a:ea typeface="Arial"/>
                <a:cs typeface="Arial"/>
              </a:defRPr>
            </a:lvl8pPr>
            <a:lvl9pPr algn="ctr">
              <a:defRPr sz="1875" b="1">
                <a:solidFill>
                  <a:srgbClr val="FFFFFF"/>
                </a:solidFill>
                <a:latin typeface="Arial"/>
                <a:ea typeface="Arial"/>
                <a:cs typeface="Arial"/>
              </a:defRPr>
            </a:lvl9pPr>
          </a:lstStyle>
          <a:p xmlns:a="http://schemas.openxmlformats.org/drawingml/2006/main">
            <a:pPr algn="ctr">
              <a:buNone/>
              <a:defRPr sz="1875" b="1">
                <a:solidFill>
                  <a:srgbClr val="FFFFFF"/>
                </a:solidFill>
                <a:latin typeface="Arial"/>
                <a:ea typeface="Arial"/>
                <a:cs typeface="Arial"/>
              </a:defRPr>
            </a:pPr>
            <a:r>
              <a:rPr sz="1875" b="1">
                <a:solidFill>
                  <a:srgbClr val="FFFFFF"/>
                </a:solidFill>
                <a:latin typeface="Arial"/>
                <a:ea typeface="Arial"/>
                <a:cs typeface="Arial"/>
              </a:rPr>
              <a:t>Calidad y</a:t>
            </a:r>
          </a:p>
          <a:p xmlns:a="http://schemas.openxmlformats.org/drawingml/2006/main">
            <a:pPr algn="ctr">
              <a:buNone/>
              <a:defRPr sz="1875" b="1">
                <a:solidFill>
                  <a:srgbClr val="FFFFFF"/>
                </a:solidFill>
                <a:latin typeface="Arial"/>
                <a:ea typeface="Arial"/>
                <a:cs typeface="Arial"/>
              </a:defRPr>
            </a:pPr>
            <a:r>
              <a:rPr sz="1875" b="1">
                <a:solidFill>
                  <a:srgbClr val="FFFFFF"/>
                </a:solidFill>
                <a:latin typeface="Arial"/>
                <a:ea typeface="Arial"/>
                <a:cs typeface="Arial"/>
              </a:rPr>
              <a:t>diccionario</a:t>
            </a:r>
          </a:p>
        </p:txBody>
      </p:sp>
      <p:sp>
        <p:nvSpPr>
          <p:cNvPr id="13" name="">
            <a:extLst xmlns:a="http://schemas.openxmlformats.org/drawingml/2006/main">
              <a:ext uri="{FF2B5EF4-FFF2-40B4-BE49-F238E27FC236}">
                <a16:creationId xmlns:a16="http://schemas.microsoft.com/office/drawing/2014/main" id="{4CC16993-7410-4EED-AA0E-2A276EBFF522}"/>
              </a:ext>
            </a:extLst>
          </p:cNvPr>
          <p:cNvSpPr>
            <a:spLocks xmlns:a="http://schemas.openxmlformats.org/drawingml/2006/main" noGrp="1"/>
          </p:cNvSpPr>
          <p:nvPr/>
        </p:nvSpPr>
        <p:spPr>
          <a:xfrm xmlns:a="http://schemas.openxmlformats.org/drawingml/2006/main">
            <a:off x="7400925" y="2428875"/>
            <a:ext cx="1952625" cy="1000125"/>
          </a:xfrm>
          <a:prstGeom xmlns:a="http://schemas.openxmlformats.org/drawingml/2006/main" prst="rect">
            <a:avLst/>
          </a:prstGeom>
          <a:solidFill xmlns:a="http://schemas.openxmlformats.org/drawingml/2006/main">
            <a:srgbClr val="10998D"/>
          </a:solidFill>
          <a:ln xmlns:a="http://schemas.openxmlformats.org/drawingml/2006/main" w="0">
            <a:noFill/>
          </a:ln>
        </p:spPr>
      </p:sp>
      <p:sp>
        <p:nvSpPr>
          <p:cNvPr id="14" name="Etiquetas de&#10;mora 30/60">
            <a:extLst xmlns:a="http://schemas.openxmlformats.org/drawingml/2006/main">
              <a:ext uri="{FF2B5EF4-FFF2-40B4-BE49-F238E27FC236}">
                <a16:creationId xmlns:a16="http://schemas.microsoft.com/office/drawing/2014/main" id="{60B59752-6FF3-4A76-A94A-AA8334ADD63A}"/>
              </a:ext>
            </a:extLst>
          </p:cNvPr>
          <p:cNvSpPr>
            <a:spLocks xmlns:a="http://schemas.openxmlformats.org/drawingml/2006/main" noGrp="1"/>
          </p:cNvSpPr>
          <p:nvPr/>
        </p:nvSpPr>
        <p:spPr>
          <a:xfrm xmlns:a="http://schemas.openxmlformats.org/drawingml/2006/main">
            <a:off x="7534275" y="2619375"/>
            <a:ext cx="16859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ctr">
              <a:defRPr sz="1875" b="1">
                <a:solidFill>
                  <a:srgbClr val="FFFFFF"/>
                </a:solidFill>
                <a:latin typeface="Arial"/>
                <a:ea typeface="Arial"/>
                <a:cs typeface="Arial"/>
              </a:defRPr>
            </a:defPPr>
            <a:lvl1pPr algn="ctr">
              <a:defRPr sz="1875" b="1">
                <a:solidFill>
                  <a:srgbClr val="FFFFFF"/>
                </a:solidFill>
                <a:latin typeface="Arial"/>
                <a:ea typeface="Arial"/>
                <a:cs typeface="Arial"/>
              </a:defRPr>
            </a:lvl1pPr>
            <a:lvl2pPr algn="ctr">
              <a:defRPr sz="1875" b="1">
                <a:solidFill>
                  <a:srgbClr val="FFFFFF"/>
                </a:solidFill>
                <a:latin typeface="Arial"/>
                <a:ea typeface="Arial"/>
                <a:cs typeface="Arial"/>
              </a:defRPr>
            </a:lvl2pPr>
            <a:lvl3pPr algn="ctr">
              <a:defRPr sz="1875" b="1">
                <a:solidFill>
                  <a:srgbClr val="FFFFFF"/>
                </a:solidFill>
                <a:latin typeface="Arial"/>
                <a:ea typeface="Arial"/>
                <a:cs typeface="Arial"/>
              </a:defRPr>
            </a:lvl3pPr>
            <a:lvl4pPr algn="ctr">
              <a:defRPr sz="1875" b="1">
                <a:solidFill>
                  <a:srgbClr val="FFFFFF"/>
                </a:solidFill>
                <a:latin typeface="Arial"/>
                <a:ea typeface="Arial"/>
                <a:cs typeface="Arial"/>
              </a:defRPr>
            </a:lvl4pPr>
            <a:lvl5pPr algn="ctr">
              <a:defRPr sz="1875" b="1">
                <a:solidFill>
                  <a:srgbClr val="FFFFFF"/>
                </a:solidFill>
                <a:latin typeface="Arial"/>
                <a:ea typeface="Arial"/>
                <a:cs typeface="Arial"/>
              </a:defRPr>
            </a:lvl5pPr>
            <a:lvl6pPr algn="ctr">
              <a:defRPr sz="1875" b="1">
                <a:solidFill>
                  <a:srgbClr val="FFFFFF"/>
                </a:solidFill>
                <a:latin typeface="Arial"/>
                <a:ea typeface="Arial"/>
                <a:cs typeface="Arial"/>
              </a:defRPr>
            </a:lvl6pPr>
            <a:lvl7pPr algn="ctr">
              <a:defRPr sz="1875" b="1">
                <a:solidFill>
                  <a:srgbClr val="FFFFFF"/>
                </a:solidFill>
                <a:latin typeface="Arial"/>
                <a:ea typeface="Arial"/>
                <a:cs typeface="Arial"/>
              </a:defRPr>
            </a:lvl7pPr>
            <a:lvl8pPr algn="ctr">
              <a:defRPr sz="1875" b="1">
                <a:solidFill>
                  <a:srgbClr val="FFFFFF"/>
                </a:solidFill>
                <a:latin typeface="Arial"/>
                <a:ea typeface="Arial"/>
                <a:cs typeface="Arial"/>
              </a:defRPr>
            </a:lvl8pPr>
            <a:lvl9pPr algn="ctr">
              <a:defRPr sz="1875" b="1">
                <a:solidFill>
                  <a:srgbClr val="FFFFFF"/>
                </a:solidFill>
                <a:latin typeface="Arial"/>
                <a:ea typeface="Arial"/>
                <a:cs typeface="Arial"/>
              </a:defRPr>
            </a:lvl9pPr>
          </a:lstStyle>
          <a:p xmlns:a="http://schemas.openxmlformats.org/drawingml/2006/main">
            <a:pPr algn="ctr">
              <a:buNone/>
              <a:defRPr sz="1875" b="1">
                <a:solidFill>
                  <a:srgbClr val="FFFFFF"/>
                </a:solidFill>
                <a:latin typeface="Arial"/>
                <a:ea typeface="Arial"/>
                <a:cs typeface="Arial"/>
              </a:defRPr>
            </a:pPr>
            <a:r>
              <a:rPr sz="1875" b="1">
                <a:solidFill>
                  <a:srgbClr val="FFFFFF"/>
                </a:solidFill>
                <a:latin typeface="Arial"/>
                <a:ea typeface="Arial"/>
                <a:cs typeface="Arial"/>
              </a:rPr>
              <a:t>Etiquetas de</a:t>
            </a:r>
          </a:p>
          <a:p xmlns:a="http://schemas.openxmlformats.org/drawingml/2006/main">
            <a:pPr algn="ctr">
              <a:buNone/>
              <a:defRPr sz="1875" b="1">
                <a:solidFill>
                  <a:srgbClr val="FFFFFF"/>
                </a:solidFill>
                <a:latin typeface="Arial"/>
                <a:ea typeface="Arial"/>
                <a:cs typeface="Arial"/>
              </a:defRPr>
            </a:pPr>
            <a:r>
              <a:rPr sz="1875" b="1">
                <a:solidFill>
                  <a:srgbClr val="FFFFFF"/>
                </a:solidFill>
                <a:latin typeface="Arial"/>
                <a:ea typeface="Arial"/>
                <a:cs typeface="Arial"/>
              </a:rPr>
              <a:t>mora 30/60</a:t>
            </a:r>
          </a:p>
        </p:txBody>
      </p:sp>
      <p:sp>
        <p:nvSpPr>
          <p:cNvPr id="18" name="5.000 registros">
            <a:extLst xmlns:a="http://schemas.openxmlformats.org/drawingml/2006/main">
              <a:ext uri="{FF2B5EF4-FFF2-40B4-BE49-F238E27FC236}">
                <a16:creationId xmlns:a16="http://schemas.microsoft.com/office/drawing/2014/main" id="{E2E4D153-71BE-4215-A47B-AF4C93D3EFA7}"/>
              </a:ext>
            </a:extLst>
          </p:cNvPr>
          <p:cNvSpPr>
            <a:spLocks xmlns:a="http://schemas.openxmlformats.org/drawingml/2006/main" noGrp="1"/>
          </p:cNvSpPr>
          <p:nvPr/>
        </p:nvSpPr>
        <p:spPr>
          <a:xfrm xmlns:a="http://schemas.openxmlformats.org/drawingml/2006/main">
            <a:off x="457200" y="3714750"/>
            <a:ext cx="2000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025" b="1">
                <a:solidFill>
                  <a:srgbClr val="104D70"/>
                </a:solidFill>
                <a:latin typeface="Arial"/>
                <a:ea typeface="Arial"/>
                <a:cs typeface="Arial"/>
              </a:defRPr>
            </a:defPPr>
            <a:lvl1pPr algn="l">
              <a:defRPr sz="2025" b="1">
                <a:solidFill>
                  <a:srgbClr val="104D70"/>
                </a:solidFill>
                <a:latin typeface="Arial"/>
                <a:ea typeface="Arial"/>
                <a:cs typeface="Arial"/>
              </a:defRPr>
            </a:lvl1pPr>
            <a:lvl2pPr algn="l">
              <a:defRPr sz="2025" b="1">
                <a:solidFill>
                  <a:srgbClr val="104D70"/>
                </a:solidFill>
                <a:latin typeface="Arial"/>
                <a:ea typeface="Arial"/>
                <a:cs typeface="Arial"/>
              </a:defRPr>
            </a:lvl2pPr>
            <a:lvl3pPr algn="l">
              <a:defRPr sz="2025" b="1">
                <a:solidFill>
                  <a:srgbClr val="104D70"/>
                </a:solidFill>
                <a:latin typeface="Arial"/>
                <a:ea typeface="Arial"/>
                <a:cs typeface="Arial"/>
              </a:defRPr>
            </a:lvl3pPr>
            <a:lvl4pPr algn="l">
              <a:defRPr sz="2025" b="1">
                <a:solidFill>
                  <a:srgbClr val="104D70"/>
                </a:solidFill>
                <a:latin typeface="Arial"/>
                <a:ea typeface="Arial"/>
                <a:cs typeface="Arial"/>
              </a:defRPr>
            </a:lvl4pPr>
            <a:lvl5pPr algn="l">
              <a:defRPr sz="2025" b="1">
                <a:solidFill>
                  <a:srgbClr val="104D70"/>
                </a:solidFill>
                <a:latin typeface="Arial"/>
                <a:ea typeface="Arial"/>
                <a:cs typeface="Arial"/>
              </a:defRPr>
            </a:lvl5pPr>
            <a:lvl6pPr algn="l">
              <a:defRPr sz="2025" b="1">
                <a:solidFill>
                  <a:srgbClr val="104D70"/>
                </a:solidFill>
                <a:latin typeface="Arial"/>
                <a:ea typeface="Arial"/>
                <a:cs typeface="Arial"/>
              </a:defRPr>
            </a:lvl6pPr>
            <a:lvl7pPr algn="l">
              <a:defRPr sz="2025" b="1">
                <a:solidFill>
                  <a:srgbClr val="104D70"/>
                </a:solidFill>
                <a:latin typeface="Arial"/>
                <a:ea typeface="Arial"/>
                <a:cs typeface="Arial"/>
              </a:defRPr>
            </a:lvl7pPr>
            <a:lvl8pPr algn="l">
              <a:defRPr sz="2025" b="1">
                <a:solidFill>
                  <a:srgbClr val="104D70"/>
                </a:solidFill>
                <a:latin typeface="Arial"/>
                <a:ea typeface="Arial"/>
                <a:cs typeface="Arial"/>
              </a:defRPr>
            </a:lvl8pPr>
            <a:lvl9pPr algn="l">
              <a:defRPr sz="2025" b="1">
                <a:solidFill>
                  <a:srgbClr val="104D70"/>
                </a:solidFill>
                <a:latin typeface="Arial"/>
                <a:ea typeface="Arial"/>
                <a:cs typeface="Arial"/>
              </a:defRPr>
            </a:lvl9pPr>
          </a:lstStyle>
          <a:p xmlns:a="http://schemas.openxmlformats.org/drawingml/2006/main">
            <a:pPr algn="l">
              <a:buNone/>
              <a:defRPr sz="2025" b="1">
                <a:solidFill>
                  <a:srgbClr val="104D70"/>
                </a:solidFill>
                <a:latin typeface="Arial"/>
                <a:ea typeface="Arial"/>
                <a:cs typeface="Arial"/>
              </a:defRPr>
            </a:pPr>
            <a:r>
              <a:rPr sz="2025" b="1">
                <a:solidFill>
                  <a:srgbClr val="104D70"/>
                </a:solidFill>
                <a:latin typeface="Arial"/>
                <a:ea typeface="Arial"/>
                <a:cs typeface="Arial"/>
              </a:rPr>
              <a:t>5.000 registros</a:t>
            </a:r>
          </a:p>
        </p:txBody>
      </p:sp>
      <p:sp>
        <p:nvSpPr>
          <p:cNvPr id="19" name="0 violaciones&#10;en la muestra">
            <a:extLst xmlns:a="http://schemas.openxmlformats.org/drawingml/2006/main">
              <a:ext uri="{FF2B5EF4-FFF2-40B4-BE49-F238E27FC236}">
                <a16:creationId xmlns:a16="http://schemas.microsoft.com/office/drawing/2014/main" id="{E8F928AD-97AA-458C-800D-5DEEAA8E1712}"/>
              </a:ext>
            </a:extLst>
          </p:cNvPr>
          <p:cNvSpPr>
            <a:spLocks xmlns:a="http://schemas.openxmlformats.org/drawingml/2006/main" noGrp="1"/>
          </p:cNvSpPr>
          <p:nvPr/>
        </p:nvSpPr>
        <p:spPr>
          <a:xfrm xmlns:a="http://schemas.openxmlformats.org/drawingml/2006/main">
            <a:off x="2771775" y="3714750"/>
            <a:ext cx="20478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875" b="0">
                <a:solidFill>
                  <a:srgbClr val="153444"/>
                </a:solidFill>
                <a:latin typeface="Arial"/>
                <a:ea typeface="Arial"/>
                <a:cs typeface="Arial"/>
              </a:defRPr>
            </a:defPPr>
            <a:lvl1pPr algn="l">
              <a:defRPr sz="1875" b="0">
                <a:solidFill>
                  <a:srgbClr val="153444"/>
                </a:solidFill>
                <a:latin typeface="Arial"/>
                <a:ea typeface="Arial"/>
                <a:cs typeface="Arial"/>
              </a:defRPr>
            </a:lvl1pPr>
            <a:lvl2pPr algn="l">
              <a:defRPr sz="1875" b="0">
                <a:solidFill>
                  <a:srgbClr val="153444"/>
                </a:solidFill>
                <a:latin typeface="Arial"/>
                <a:ea typeface="Arial"/>
                <a:cs typeface="Arial"/>
              </a:defRPr>
            </a:lvl2pPr>
            <a:lvl3pPr algn="l">
              <a:defRPr sz="1875" b="0">
                <a:solidFill>
                  <a:srgbClr val="153444"/>
                </a:solidFill>
                <a:latin typeface="Arial"/>
                <a:ea typeface="Arial"/>
                <a:cs typeface="Arial"/>
              </a:defRPr>
            </a:lvl3pPr>
            <a:lvl4pPr algn="l">
              <a:defRPr sz="1875" b="0">
                <a:solidFill>
                  <a:srgbClr val="153444"/>
                </a:solidFill>
                <a:latin typeface="Arial"/>
                <a:ea typeface="Arial"/>
                <a:cs typeface="Arial"/>
              </a:defRPr>
            </a:lvl4pPr>
            <a:lvl5pPr algn="l">
              <a:defRPr sz="1875" b="0">
                <a:solidFill>
                  <a:srgbClr val="153444"/>
                </a:solidFill>
                <a:latin typeface="Arial"/>
                <a:ea typeface="Arial"/>
                <a:cs typeface="Arial"/>
              </a:defRPr>
            </a:lvl5pPr>
            <a:lvl6pPr algn="l">
              <a:defRPr sz="1875" b="0">
                <a:solidFill>
                  <a:srgbClr val="153444"/>
                </a:solidFill>
                <a:latin typeface="Arial"/>
                <a:ea typeface="Arial"/>
                <a:cs typeface="Arial"/>
              </a:defRPr>
            </a:lvl6pPr>
            <a:lvl7pPr algn="l">
              <a:defRPr sz="1875" b="0">
                <a:solidFill>
                  <a:srgbClr val="153444"/>
                </a:solidFill>
                <a:latin typeface="Arial"/>
                <a:ea typeface="Arial"/>
                <a:cs typeface="Arial"/>
              </a:defRPr>
            </a:lvl7pPr>
            <a:lvl8pPr algn="l">
              <a:defRPr sz="1875" b="0">
                <a:solidFill>
                  <a:srgbClr val="153444"/>
                </a:solidFill>
                <a:latin typeface="Arial"/>
                <a:ea typeface="Arial"/>
                <a:cs typeface="Arial"/>
              </a:defRPr>
            </a:lvl8pPr>
            <a:lvl9pPr algn="l">
              <a:defRPr sz="1875" b="0">
                <a:solidFill>
                  <a:srgbClr val="153444"/>
                </a:solidFill>
                <a:latin typeface="Arial"/>
                <a:ea typeface="Arial"/>
                <a:cs typeface="Arial"/>
              </a:defRPr>
            </a:lvl9pPr>
          </a:lstStyle>
          <a:p xmlns:a="http://schemas.openxmlformats.org/drawingml/2006/main">
            <a:pPr algn="l">
              <a:buNone/>
              <a:defRPr sz="1875" b="0">
                <a:solidFill>
                  <a:srgbClr val="153444"/>
                </a:solidFill>
                <a:latin typeface="Arial"/>
                <a:ea typeface="Arial"/>
                <a:cs typeface="Arial"/>
              </a:defRPr>
            </a:pPr>
            <a:r>
              <a:rPr sz="1875" b="0">
                <a:solidFill>
                  <a:srgbClr val="153444"/>
                </a:solidFill>
                <a:latin typeface="Arial"/>
                <a:ea typeface="Arial"/>
                <a:cs typeface="Arial"/>
              </a:rPr>
              <a:t>0 violaciones</a:t>
            </a:r>
          </a:p>
          <a:p xmlns:a="http://schemas.openxmlformats.org/drawingml/2006/main">
            <a:pPr algn="l">
              <a:buNone/>
              <a:defRPr sz="1875" b="0">
                <a:solidFill>
                  <a:srgbClr val="153444"/>
                </a:solidFill>
                <a:latin typeface="Arial"/>
                <a:ea typeface="Arial"/>
                <a:cs typeface="Arial"/>
              </a:defRPr>
            </a:pPr>
            <a:r>
              <a:rPr sz="1875" b="0">
                <a:solidFill>
                  <a:srgbClr val="153444"/>
                </a:solidFill>
                <a:latin typeface="Arial"/>
                <a:ea typeface="Arial"/>
                <a:cs typeface="Arial"/>
              </a:rPr>
              <a:t>en la muestra</a:t>
            </a:r>
          </a:p>
        </p:txBody>
      </p:sp>
      <p:sp>
        <p:nvSpPr>
          <p:cNvPr id="20" name="22 candidatas&#10;18 conservadas">
            <a:extLst xmlns:a="http://schemas.openxmlformats.org/drawingml/2006/main">
              <a:ext uri="{FF2B5EF4-FFF2-40B4-BE49-F238E27FC236}">
                <a16:creationId xmlns:a16="http://schemas.microsoft.com/office/drawing/2014/main" id="{ED27F4A5-CC42-49A1-8126-85850445679C}"/>
              </a:ext>
            </a:extLst>
          </p:cNvPr>
          <p:cNvSpPr>
            <a:spLocks xmlns:a="http://schemas.openxmlformats.org/drawingml/2006/main" noGrp="1"/>
          </p:cNvSpPr>
          <p:nvPr/>
        </p:nvSpPr>
        <p:spPr>
          <a:xfrm xmlns:a="http://schemas.openxmlformats.org/drawingml/2006/main">
            <a:off x="5086350" y="3714750"/>
            <a:ext cx="2095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875" b="0">
                <a:solidFill>
                  <a:srgbClr val="153444"/>
                </a:solidFill>
                <a:latin typeface="Arial"/>
                <a:ea typeface="Arial"/>
                <a:cs typeface="Arial"/>
              </a:defRPr>
            </a:defPPr>
            <a:lvl1pPr algn="l">
              <a:defRPr sz="1875" b="0">
                <a:solidFill>
                  <a:srgbClr val="153444"/>
                </a:solidFill>
                <a:latin typeface="Arial"/>
                <a:ea typeface="Arial"/>
                <a:cs typeface="Arial"/>
              </a:defRPr>
            </a:lvl1pPr>
            <a:lvl2pPr algn="l">
              <a:defRPr sz="1875" b="0">
                <a:solidFill>
                  <a:srgbClr val="153444"/>
                </a:solidFill>
                <a:latin typeface="Arial"/>
                <a:ea typeface="Arial"/>
                <a:cs typeface="Arial"/>
              </a:defRPr>
            </a:lvl2pPr>
            <a:lvl3pPr algn="l">
              <a:defRPr sz="1875" b="0">
                <a:solidFill>
                  <a:srgbClr val="153444"/>
                </a:solidFill>
                <a:latin typeface="Arial"/>
                <a:ea typeface="Arial"/>
                <a:cs typeface="Arial"/>
              </a:defRPr>
            </a:lvl3pPr>
            <a:lvl4pPr algn="l">
              <a:defRPr sz="1875" b="0">
                <a:solidFill>
                  <a:srgbClr val="153444"/>
                </a:solidFill>
                <a:latin typeface="Arial"/>
                <a:ea typeface="Arial"/>
                <a:cs typeface="Arial"/>
              </a:defRPr>
            </a:lvl4pPr>
            <a:lvl5pPr algn="l">
              <a:defRPr sz="1875" b="0">
                <a:solidFill>
                  <a:srgbClr val="153444"/>
                </a:solidFill>
                <a:latin typeface="Arial"/>
                <a:ea typeface="Arial"/>
                <a:cs typeface="Arial"/>
              </a:defRPr>
            </a:lvl5pPr>
            <a:lvl6pPr algn="l">
              <a:defRPr sz="1875" b="0">
                <a:solidFill>
                  <a:srgbClr val="153444"/>
                </a:solidFill>
                <a:latin typeface="Arial"/>
                <a:ea typeface="Arial"/>
                <a:cs typeface="Arial"/>
              </a:defRPr>
            </a:lvl6pPr>
            <a:lvl7pPr algn="l">
              <a:defRPr sz="1875" b="0">
                <a:solidFill>
                  <a:srgbClr val="153444"/>
                </a:solidFill>
                <a:latin typeface="Arial"/>
                <a:ea typeface="Arial"/>
                <a:cs typeface="Arial"/>
              </a:defRPr>
            </a:lvl7pPr>
            <a:lvl8pPr algn="l">
              <a:defRPr sz="1875" b="0">
                <a:solidFill>
                  <a:srgbClr val="153444"/>
                </a:solidFill>
                <a:latin typeface="Arial"/>
                <a:ea typeface="Arial"/>
                <a:cs typeface="Arial"/>
              </a:defRPr>
            </a:lvl8pPr>
            <a:lvl9pPr algn="l">
              <a:defRPr sz="1875" b="0">
                <a:solidFill>
                  <a:srgbClr val="153444"/>
                </a:solidFill>
                <a:latin typeface="Arial"/>
                <a:ea typeface="Arial"/>
                <a:cs typeface="Arial"/>
              </a:defRPr>
            </a:lvl9pPr>
          </a:lstStyle>
          <a:p xmlns:a="http://schemas.openxmlformats.org/drawingml/2006/main">
            <a:pPr algn="l">
              <a:buNone/>
              <a:defRPr sz="1875" b="0">
                <a:solidFill>
                  <a:srgbClr val="153444"/>
                </a:solidFill>
                <a:latin typeface="Arial"/>
                <a:ea typeface="Arial"/>
                <a:cs typeface="Arial"/>
              </a:defRPr>
            </a:pPr>
            <a:r>
              <a:rPr sz="1875" b="0">
                <a:solidFill>
                  <a:srgbClr val="153444"/>
                </a:solidFill>
                <a:latin typeface="Arial"/>
                <a:ea typeface="Arial"/>
                <a:cs typeface="Arial"/>
              </a:rPr>
              <a:t>22 candidatas</a:t>
            </a:r>
          </a:p>
          <a:p xmlns:a="http://schemas.openxmlformats.org/drawingml/2006/main">
            <a:pPr algn="l">
              <a:buNone/>
              <a:defRPr sz="1875" b="0">
                <a:solidFill>
                  <a:srgbClr val="153444"/>
                </a:solidFill>
                <a:latin typeface="Arial"/>
                <a:ea typeface="Arial"/>
                <a:cs typeface="Arial"/>
              </a:defRPr>
            </a:pPr>
            <a:r>
              <a:rPr sz="1875" b="0">
                <a:solidFill>
                  <a:srgbClr val="153444"/>
                </a:solidFill>
                <a:latin typeface="Arial"/>
                <a:ea typeface="Arial"/>
                <a:cs typeface="Arial"/>
              </a:rPr>
              <a:t>18 conservadas</a:t>
            </a:r>
          </a:p>
        </p:txBody>
      </p:sp>
      <p:sp>
        <p:nvSpPr>
          <p:cNvPr id="21" name="319 faltantes&#10;se preservan">
            <a:extLst xmlns:a="http://schemas.openxmlformats.org/drawingml/2006/main">
              <a:ext uri="{FF2B5EF4-FFF2-40B4-BE49-F238E27FC236}">
                <a16:creationId xmlns:a16="http://schemas.microsoft.com/office/drawing/2014/main" id="{9D7ED628-2AAE-4018-A1C4-ABEC6C1F7544}"/>
              </a:ext>
            </a:extLst>
          </p:cNvPr>
          <p:cNvSpPr>
            <a:spLocks xmlns:a="http://schemas.openxmlformats.org/drawingml/2006/main" noGrp="1"/>
          </p:cNvSpPr>
          <p:nvPr/>
        </p:nvSpPr>
        <p:spPr>
          <a:xfrm xmlns:a="http://schemas.openxmlformats.org/drawingml/2006/main">
            <a:off x="7400925" y="3714750"/>
            <a:ext cx="2000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875" b="0">
                <a:solidFill>
                  <a:srgbClr val="153444"/>
                </a:solidFill>
                <a:latin typeface="Arial"/>
                <a:ea typeface="Arial"/>
                <a:cs typeface="Arial"/>
              </a:defRPr>
            </a:defPPr>
            <a:lvl1pPr algn="l">
              <a:defRPr sz="1875" b="0">
                <a:solidFill>
                  <a:srgbClr val="153444"/>
                </a:solidFill>
                <a:latin typeface="Arial"/>
                <a:ea typeface="Arial"/>
                <a:cs typeface="Arial"/>
              </a:defRPr>
            </a:lvl1pPr>
            <a:lvl2pPr algn="l">
              <a:defRPr sz="1875" b="0">
                <a:solidFill>
                  <a:srgbClr val="153444"/>
                </a:solidFill>
                <a:latin typeface="Arial"/>
                <a:ea typeface="Arial"/>
                <a:cs typeface="Arial"/>
              </a:defRPr>
            </a:lvl2pPr>
            <a:lvl3pPr algn="l">
              <a:defRPr sz="1875" b="0">
                <a:solidFill>
                  <a:srgbClr val="153444"/>
                </a:solidFill>
                <a:latin typeface="Arial"/>
                <a:ea typeface="Arial"/>
                <a:cs typeface="Arial"/>
              </a:defRPr>
            </a:lvl3pPr>
            <a:lvl4pPr algn="l">
              <a:defRPr sz="1875" b="0">
                <a:solidFill>
                  <a:srgbClr val="153444"/>
                </a:solidFill>
                <a:latin typeface="Arial"/>
                <a:ea typeface="Arial"/>
                <a:cs typeface="Arial"/>
              </a:defRPr>
            </a:lvl4pPr>
            <a:lvl5pPr algn="l">
              <a:defRPr sz="1875" b="0">
                <a:solidFill>
                  <a:srgbClr val="153444"/>
                </a:solidFill>
                <a:latin typeface="Arial"/>
                <a:ea typeface="Arial"/>
                <a:cs typeface="Arial"/>
              </a:defRPr>
            </a:lvl5pPr>
            <a:lvl6pPr algn="l">
              <a:defRPr sz="1875" b="0">
                <a:solidFill>
                  <a:srgbClr val="153444"/>
                </a:solidFill>
                <a:latin typeface="Arial"/>
                <a:ea typeface="Arial"/>
                <a:cs typeface="Arial"/>
              </a:defRPr>
            </a:lvl6pPr>
            <a:lvl7pPr algn="l">
              <a:defRPr sz="1875" b="0">
                <a:solidFill>
                  <a:srgbClr val="153444"/>
                </a:solidFill>
                <a:latin typeface="Arial"/>
                <a:ea typeface="Arial"/>
                <a:cs typeface="Arial"/>
              </a:defRPr>
            </a:lvl7pPr>
            <a:lvl8pPr algn="l">
              <a:defRPr sz="1875" b="0">
                <a:solidFill>
                  <a:srgbClr val="153444"/>
                </a:solidFill>
                <a:latin typeface="Arial"/>
                <a:ea typeface="Arial"/>
                <a:cs typeface="Arial"/>
              </a:defRPr>
            </a:lvl8pPr>
            <a:lvl9pPr algn="l">
              <a:defRPr sz="1875" b="0">
                <a:solidFill>
                  <a:srgbClr val="153444"/>
                </a:solidFill>
                <a:latin typeface="Arial"/>
                <a:ea typeface="Arial"/>
                <a:cs typeface="Arial"/>
              </a:defRPr>
            </a:lvl9pPr>
          </a:lstStyle>
          <a:p xmlns:a="http://schemas.openxmlformats.org/drawingml/2006/main">
            <a:pPr algn="l">
              <a:buNone/>
              <a:defRPr sz="1875" b="0">
                <a:solidFill>
                  <a:srgbClr val="153444"/>
                </a:solidFill>
                <a:latin typeface="Arial"/>
                <a:ea typeface="Arial"/>
                <a:cs typeface="Arial"/>
              </a:defRPr>
            </a:pPr>
            <a:r>
              <a:rPr sz="1875" b="0">
                <a:solidFill>
                  <a:srgbClr val="153444"/>
                </a:solidFill>
                <a:latin typeface="Arial"/>
                <a:ea typeface="Arial"/>
                <a:cs typeface="Arial"/>
              </a:rPr>
              <a:t>319 faltantes</a:t>
            </a:r>
          </a:p>
          <a:p xmlns:a="http://schemas.openxmlformats.org/drawingml/2006/main">
            <a:pPr algn="l">
              <a:buNone/>
              <a:defRPr sz="1875" b="0">
                <a:solidFill>
                  <a:srgbClr val="153444"/>
                </a:solidFill>
                <a:latin typeface="Arial"/>
                <a:ea typeface="Arial"/>
                <a:cs typeface="Arial"/>
              </a:defRPr>
            </a:pPr>
            <a:r>
              <a:rPr sz="1875" b="0">
                <a:solidFill>
                  <a:srgbClr val="153444"/>
                </a:solidFill>
                <a:latin typeface="Arial"/>
                <a:ea typeface="Arial"/>
                <a:cs typeface="Arial"/>
              </a:rPr>
              <a:t>se preservan</a:t>
            </a:r>
          </a:p>
        </p:txBody>
      </p:sp>
      <p:sp>
        <p:nvSpPr>
          <p:cNvPr id="22" name="Modelo&#10;predictivo">
            <a:extLst xmlns:a="http://schemas.openxmlformats.org/drawingml/2006/main">
              <a:ext uri="{FF2B5EF4-FFF2-40B4-BE49-F238E27FC236}">
                <a16:creationId xmlns:a16="http://schemas.microsoft.com/office/drawing/2014/main" id="{BC2EC4F3-BF1F-4259-8C72-7603800ECDCA}"/>
              </a:ext>
            </a:extLst>
          </p:cNvPr>
          <p:cNvSpPr>
            <a:spLocks xmlns:a="http://schemas.openxmlformats.org/drawingml/2006/main" noGrp="1"/>
          </p:cNvSpPr>
          <p:nvPr/>
        </p:nvSpPr>
        <p:spPr>
          <a:xfrm xmlns:a="http://schemas.openxmlformats.org/drawingml/2006/main">
            <a:off x="9753600" y="2571750"/>
            <a:ext cx="19526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325" b="1">
                <a:solidFill>
                  <a:srgbClr val="55707D"/>
                </a:solidFill>
                <a:latin typeface="Arial"/>
                <a:ea typeface="Arial"/>
                <a:cs typeface="Arial"/>
              </a:defRPr>
            </a:defPPr>
            <a:lvl1pPr algn="l">
              <a:defRPr sz="2325" b="1">
                <a:solidFill>
                  <a:srgbClr val="55707D"/>
                </a:solidFill>
                <a:latin typeface="Arial"/>
                <a:ea typeface="Arial"/>
                <a:cs typeface="Arial"/>
              </a:defRPr>
            </a:lvl1pPr>
            <a:lvl2pPr algn="l">
              <a:defRPr sz="2325" b="1">
                <a:solidFill>
                  <a:srgbClr val="55707D"/>
                </a:solidFill>
                <a:latin typeface="Arial"/>
                <a:ea typeface="Arial"/>
                <a:cs typeface="Arial"/>
              </a:defRPr>
            </a:lvl2pPr>
            <a:lvl3pPr algn="l">
              <a:defRPr sz="2325" b="1">
                <a:solidFill>
                  <a:srgbClr val="55707D"/>
                </a:solidFill>
                <a:latin typeface="Arial"/>
                <a:ea typeface="Arial"/>
                <a:cs typeface="Arial"/>
              </a:defRPr>
            </a:lvl3pPr>
            <a:lvl4pPr algn="l">
              <a:defRPr sz="2325" b="1">
                <a:solidFill>
                  <a:srgbClr val="55707D"/>
                </a:solidFill>
                <a:latin typeface="Arial"/>
                <a:ea typeface="Arial"/>
                <a:cs typeface="Arial"/>
              </a:defRPr>
            </a:lvl4pPr>
            <a:lvl5pPr algn="l">
              <a:defRPr sz="2325" b="1">
                <a:solidFill>
                  <a:srgbClr val="55707D"/>
                </a:solidFill>
                <a:latin typeface="Arial"/>
                <a:ea typeface="Arial"/>
                <a:cs typeface="Arial"/>
              </a:defRPr>
            </a:lvl5pPr>
            <a:lvl6pPr algn="l">
              <a:defRPr sz="2325" b="1">
                <a:solidFill>
                  <a:srgbClr val="55707D"/>
                </a:solidFill>
                <a:latin typeface="Arial"/>
                <a:ea typeface="Arial"/>
                <a:cs typeface="Arial"/>
              </a:defRPr>
            </a:lvl6pPr>
            <a:lvl7pPr algn="l">
              <a:defRPr sz="2325" b="1">
                <a:solidFill>
                  <a:srgbClr val="55707D"/>
                </a:solidFill>
                <a:latin typeface="Arial"/>
                <a:ea typeface="Arial"/>
                <a:cs typeface="Arial"/>
              </a:defRPr>
            </a:lvl7pPr>
            <a:lvl8pPr algn="l">
              <a:defRPr sz="2325" b="1">
                <a:solidFill>
                  <a:srgbClr val="55707D"/>
                </a:solidFill>
                <a:latin typeface="Arial"/>
                <a:ea typeface="Arial"/>
                <a:cs typeface="Arial"/>
              </a:defRPr>
            </a:lvl8pPr>
            <a:lvl9pPr algn="l">
              <a:defRPr sz="2325" b="1">
                <a:solidFill>
                  <a:srgbClr val="55707D"/>
                </a:solidFill>
                <a:latin typeface="Arial"/>
                <a:ea typeface="Arial"/>
                <a:cs typeface="Arial"/>
              </a:defRPr>
            </a:lvl9pPr>
          </a:lstStyle>
          <a:p xmlns:a="http://schemas.openxmlformats.org/drawingml/2006/main">
            <a:pPr algn="l">
              <a:buNone/>
              <a:defRPr sz="2325" b="1">
                <a:solidFill>
                  <a:srgbClr val="55707D"/>
                </a:solidFill>
                <a:latin typeface="Arial"/>
                <a:ea typeface="Arial"/>
                <a:cs typeface="Arial"/>
              </a:defRPr>
            </a:pPr>
            <a:r>
              <a:rPr sz="2325" b="1">
                <a:solidFill>
                  <a:srgbClr val="55707D"/>
                </a:solidFill>
                <a:latin typeface="Arial"/>
                <a:ea typeface="Arial"/>
                <a:cs typeface="Arial"/>
              </a:rPr>
              <a:t>Modelo</a:t>
            </a:r>
          </a:p>
          <a:p xmlns:a="http://schemas.openxmlformats.org/drawingml/2006/main">
            <a:pPr algn="l">
              <a:buNone/>
              <a:defRPr sz="2325" b="1">
                <a:solidFill>
                  <a:srgbClr val="55707D"/>
                </a:solidFill>
                <a:latin typeface="Arial"/>
                <a:ea typeface="Arial"/>
                <a:cs typeface="Arial"/>
              </a:defRPr>
            </a:pPr>
            <a:r>
              <a:rPr sz="2325" b="1">
                <a:solidFill>
                  <a:srgbClr val="55707D"/>
                </a:solidFill>
                <a:latin typeface="Arial"/>
                <a:ea typeface="Arial"/>
                <a:cs typeface="Arial"/>
              </a:rPr>
              <a:t>predictivo</a:t>
            </a:r>
          </a:p>
        </p:txBody>
      </p:sp>
      <p:sp>
        <p:nvSpPr>
          <p:cNvPr id="23" name="Siguiente etapa">
            <a:extLst xmlns:a="http://schemas.openxmlformats.org/drawingml/2006/main">
              <a:ext uri="{FF2B5EF4-FFF2-40B4-BE49-F238E27FC236}">
                <a16:creationId xmlns:a16="http://schemas.microsoft.com/office/drawing/2014/main" id="{01995B2B-D663-4B94-B4C6-ED6603F0B416}"/>
              </a:ext>
            </a:extLst>
          </p:cNvPr>
          <p:cNvSpPr>
            <a:spLocks xmlns:a="http://schemas.openxmlformats.org/drawingml/2006/main" noGrp="1"/>
          </p:cNvSpPr>
          <p:nvPr/>
        </p:nvSpPr>
        <p:spPr>
          <a:xfrm xmlns:a="http://schemas.openxmlformats.org/drawingml/2006/main">
            <a:off x="9753600" y="3714750"/>
            <a:ext cx="19526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725" b="0">
                <a:solidFill>
                  <a:srgbClr val="55707D"/>
                </a:solidFill>
                <a:latin typeface="Arial"/>
                <a:ea typeface="Arial"/>
                <a:cs typeface="Arial"/>
              </a:defRPr>
            </a:defPPr>
            <a:lvl1pPr algn="l">
              <a:defRPr sz="1725" b="0">
                <a:solidFill>
                  <a:srgbClr val="55707D"/>
                </a:solidFill>
                <a:latin typeface="Arial"/>
                <a:ea typeface="Arial"/>
                <a:cs typeface="Arial"/>
              </a:defRPr>
            </a:lvl1pPr>
            <a:lvl2pPr algn="l">
              <a:defRPr sz="1725" b="0">
                <a:solidFill>
                  <a:srgbClr val="55707D"/>
                </a:solidFill>
                <a:latin typeface="Arial"/>
                <a:ea typeface="Arial"/>
                <a:cs typeface="Arial"/>
              </a:defRPr>
            </a:lvl2pPr>
            <a:lvl3pPr algn="l">
              <a:defRPr sz="1725" b="0">
                <a:solidFill>
                  <a:srgbClr val="55707D"/>
                </a:solidFill>
                <a:latin typeface="Arial"/>
                <a:ea typeface="Arial"/>
                <a:cs typeface="Arial"/>
              </a:defRPr>
            </a:lvl3pPr>
            <a:lvl4pPr algn="l">
              <a:defRPr sz="1725" b="0">
                <a:solidFill>
                  <a:srgbClr val="55707D"/>
                </a:solidFill>
                <a:latin typeface="Arial"/>
                <a:ea typeface="Arial"/>
                <a:cs typeface="Arial"/>
              </a:defRPr>
            </a:lvl4pPr>
            <a:lvl5pPr algn="l">
              <a:defRPr sz="1725" b="0">
                <a:solidFill>
                  <a:srgbClr val="55707D"/>
                </a:solidFill>
                <a:latin typeface="Arial"/>
                <a:ea typeface="Arial"/>
                <a:cs typeface="Arial"/>
              </a:defRPr>
            </a:lvl5pPr>
            <a:lvl6pPr algn="l">
              <a:defRPr sz="1725" b="0">
                <a:solidFill>
                  <a:srgbClr val="55707D"/>
                </a:solidFill>
                <a:latin typeface="Arial"/>
                <a:ea typeface="Arial"/>
                <a:cs typeface="Arial"/>
              </a:defRPr>
            </a:lvl6pPr>
            <a:lvl7pPr algn="l">
              <a:defRPr sz="1725" b="0">
                <a:solidFill>
                  <a:srgbClr val="55707D"/>
                </a:solidFill>
                <a:latin typeface="Arial"/>
                <a:ea typeface="Arial"/>
                <a:cs typeface="Arial"/>
              </a:defRPr>
            </a:lvl7pPr>
            <a:lvl8pPr algn="l">
              <a:defRPr sz="1725" b="0">
                <a:solidFill>
                  <a:srgbClr val="55707D"/>
                </a:solidFill>
                <a:latin typeface="Arial"/>
                <a:ea typeface="Arial"/>
                <a:cs typeface="Arial"/>
              </a:defRPr>
            </a:lvl8pPr>
            <a:lvl9pPr algn="l">
              <a:defRPr sz="1725" b="0">
                <a:solidFill>
                  <a:srgbClr val="55707D"/>
                </a:solidFill>
                <a:latin typeface="Arial"/>
                <a:ea typeface="Arial"/>
                <a:cs typeface="Arial"/>
              </a:defRPr>
            </a:lvl9pPr>
          </a:lstStyle>
          <a:p xmlns:a="http://schemas.openxmlformats.org/drawingml/2006/main">
            <a:pPr algn="l">
              <a:buNone/>
              <a:defRPr sz="1725" b="0">
                <a:solidFill>
                  <a:srgbClr val="55707D"/>
                </a:solidFill>
                <a:latin typeface="Arial"/>
                <a:ea typeface="Arial"/>
                <a:cs typeface="Arial"/>
              </a:defRPr>
            </a:pPr>
            <a:r>
              <a:rPr sz="1725" b="0">
                <a:solidFill>
                  <a:srgbClr val="55707D"/>
                </a:solidFill>
                <a:latin typeface="Arial"/>
                <a:ea typeface="Arial"/>
                <a:cs typeface="Arial"/>
              </a:rPr>
              <a:t>Siguiente etapa</a:t>
            </a:r>
          </a:p>
        </p:txBody>
      </p:sp>
      <p:sp>
        <p:nvSpPr>
          <p:cNvPr id="24" name="Valor actual: reglas reproducibles y decision">
            <a:extLst xmlns:a="http://schemas.openxmlformats.org/drawingml/2006/main">
              <a:ext uri="{FF2B5EF4-FFF2-40B4-BE49-F238E27FC236}">
                <a16:creationId xmlns:a16="http://schemas.microsoft.com/office/drawing/2014/main" id="{AA0F3CE5-39DE-4C56-9E5D-9D1F5F676A77}"/>
              </a:ext>
            </a:extLst>
          </p:cNvPr>
          <p:cNvSpPr>
            <a:spLocks xmlns:a="http://schemas.openxmlformats.org/drawingml/2006/main" noGrp="1"/>
          </p:cNvSpPr>
          <p:nvPr/>
        </p:nvSpPr>
        <p:spPr>
          <a:xfrm xmlns:a="http://schemas.openxmlformats.org/drawingml/2006/main">
            <a:off x="457200" y="5219700"/>
            <a:ext cx="11277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325" b="1">
                <a:solidFill>
                  <a:srgbClr val="10998D"/>
                </a:solidFill>
                <a:latin typeface="Arial"/>
                <a:ea typeface="Arial"/>
                <a:cs typeface="Arial"/>
              </a:defRPr>
            </a:defPPr>
            <a:lvl1pPr algn="l">
              <a:defRPr sz="2325" b="1">
                <a:solidFill>
                  <a:srgbClr val="10998D"/>
                </a:solidFill>
                <a:latin typeface="Arial"/>
                <a:ea typeface="Arial"/>
                <a:cs typeface="Arial"/>
              </a:defRPr>
            </a:lvl1pPr>
            <a:lvl2pPr algn="l">
              <a:defRPr sz="2325" b="1">
                <a:solidFill>
                  <a:srgbClr val="10998D"/>
                </a:solidFill>
                <a:latin typeface="Arial"/>
                <a:ea typeface="Arial"/>
                <a:cs typeface="Arial"/>
              </a:defRPr>
            </a:lvl2pPr>
            <a:lvl3pPr algn="l">
              <a:defRPr sz="2325" b="1">
                <a:solidFill>
                  <a:srgbClr val="10998D"/>
                </a:solidFill>
                <a:latin typeface="Arial"/>
                <a:ea typeface="Arial"/>
                <a:cs typeface="Arial"/>
              </a:defRPr>
            </a:lvl3pPr>
            <a:lvl4pPr algn="l">
              <a:defRPr sz="2325" b="1">
                <a:solidFill>
                  <a:srgbClr val="10998D"/>
                </a:solidFill>
                <a:latin typeface="Arial"/>
                <a:ea typeface="Arial"/>
                <a:cs typeface="Arial"/>
              </a:defRPr>
            </a:lvl4pPr>
            <a:lvl5pPr algn="l">
              <a:defRPr sz="2325" b="1">
                <a:solidFill>
                  <a:srgbClr val="10998D"/>
                </a:solidFill>
                <a:latin typeface="Arial"/>
                <a:ea typeface="Arial"/>
                <a:cs typeface="Arial"/>
              </a:defRPr>
            </a:lvl5pPr>
            <a:lvl6pPr algn="l">
              <a:defRPr sz="2325" b="1">
                <a:solidFill>
                  <a:srgbClr val="10998D"/>
                </a:solidFill>
                <a:latin typeface="Arial"/>
                <a:ea typeface="Arial"/>
                <a:cs typeface="Arial"/>
              </a:defRPr>
            </a:lvl6pPr>
            <a:lvl7pPr algn="l">
              <a:defRPr sz="2325" b="1">
                <a:solidFill>
                  <a:srgbClr val="10998D"/>
                </a:solidFill>
                <a:latin typeface="Arial"/>
                <a:ea typeface="Arial"/>
                <a:cs typeface="Arial"/>
              </a:defRPr>
            </a:lvl7pPr>
            <a:lvl8pPr algn="l">
              <a:defRPr sz="2325" b="1">
                <a:solidFill>
                  <a:srgbClr val="10998D"/>
                </a:solidFill>
                <a:latin typeface="Arial"/>
                <a:ea typeface="Arial"/>
                <a:cs typeface="Arial"/>
              </a:defRPr>
            </a:lvl8pPr>
            <a:lvl9pPr algn="l">
              <a:defRPr sz="2325" b="1">
                <a:solidFill>
                  <a:srgbClr val="10998D"/>
                </a:solidFill>
                <a:latin typeface="Arial"/>
                <a:ea typeface="Arial"/>
                <a:cs typeface="Arial"/>
              </a:defRPr>
            </a:lvl9pPr>
          </a:lstStyle>
          <a:p xmlns:a="http://schemas.openxmlformats.org/drawingml/2006/main">
            <a:pPr algn="l">
              <a:buNone/>
              <a:defRPr sz="2325" b="1">
                <a:solidFill>
                  <a:srgbClr val="10998D"/>
                </a:solidFill>
                <a:latin typeface="Arial"/>
                <a:ea typeface="Arial"/>
                <a:cs typeface="Arial"/>
              </a:defRPr>
            </a:pPr>
            <a:r>
              <a:rPr sz="2325" b="1">
                <a:solidFill>
                  <a:srgbClr val="10998D"/>
                </a:solidFill>
                <a:latin typeface="Arial"/>
                <a:ea typeface="Arial"/>
                <a:cs typeface="Arial"/>
              </a:rPr>
              <a:t>Valor actual: reglas reproducibles y decisiones de calidad trazables</a:t>
            </a:r>
          </a:p>
        </p:txBody>
      </p:sp>
      <p:sp>
        <p:nvSpPr>
          <p:cNvPr id="25" name="Datos de demostración. Se generan dos CSV: ca">
            <a:extLst xmlns:a="http://schemas.openxmlformats.org/drawingml/2006/main">
              <a:ext uri="{FF2B5EF4-FFF2-40B4-BE49-F238E27FC236}">
                <a16:creationId xmlns:a16="http://schemas.microsoft.com/office/drawing/2014/main" id="{574D5355-A4ED-4BE8-B668-AB3D7B7DCC82}"/>
              </a:ext>
            </a:extLst>
          </p:cNvPr>
          <p:cNvSpPr>
            <a:spLocks xmlns:a="http://schemas.openxmlformats.org/drawingml/2006/main" noGrp="1"/>
          </p:cNvSpPr>
          <p:nvPr/>
        </p:nvSpPr>
        <p:spPr>
          <a:xfrm xmlns:a="http://schemas.openxmlformats.org/drawingml/2006/main">
            <a:off x="457200" y="6191250"/>
            <a:ext cx="11277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125" b="0">
                <a:solidFill>
                  <a:srgbClr val="55707D"/>
                </a:solidFill>
                <a:latin typeface="Arial"/>
                <a:ea typeface="Arial"/>
                <a:cs typeface="Arial"/>
              </a:defRPr>
            </a:defPPr>
            <a:lvl1pPr algn="l">
              <a:defRPr sz="1125" b="0">
                <a:solidFill>
                  <a:srgbClr val="55707D"/>
                </a:solidFill>
                <a:latin typeface="Arial"/>
                <a:ea typeface="Arial"/>
                <a:cs typeface="Arial"/>
              </a:defRPr>
            </a:lvl1pPr>
            <a:lvl2pPr algn="l">
              <a:defRPr sz="1125" b="0">
                <a:solidFill>
                  <a:srgbClr val="55707D"/>
                </a:solidFill>
                <a:latin typeface="Arial"/>
                <a:ea typeface="Arial"/>
                <a:cs typeface="Arial"/>
              </a:defRPr>
            </a:lvl2pPr>
            <a:lvl3pPr algn="l">
              <a:defRPr sz="1125" b="0">
                <a:solidFill>
                  <a:srgbClr val="55707D"/>
                </a:solidFill>
                <a:latin typeface="Arial"/>
                <a:ea typeface="Arial"/>
                <a:cs typeface="Arial"/>
              </a:defRPr>
            </a:lvl3pPr>
            <a:lvl4pPr algn="l">
              <a:defRPr sz="1125" b="0">
                <a:solidFill>
                  <a:srgbClr val="55707D"/>
                </a:solidFill>
                <a:latin typeface="Arial"/>
                <a:ea typeface="Arial"/>
                <a:cs typeface="Arial"/>
              </a:defRPr>
            </a:lvl4pPr>
            <a:lvl5pPr algn="l">
              <a:defRPr sz="1125" b="0">
                <a:solidFill>
                  <a:srgbClr val="55707D"/>
                </a:solidFill>
                <a:latin typeface="Arial"/>
                <a:ea typeface="Arial"/>
                <a:cs typeface="Arial"/>
              </a:defRPr>
            </a:lvl5pPr>
            <a:lvl6pPr algn="l">
              <a:defRPr sz="1125" b="0">
                <a:solidFill>
                  <a:srgbClr val="55707D"/>
                </a:solidFill>
                <a:latin typeface="Arial"/>
                <a:ea typeface="Arial"/>
                <a:cs typeface="Arial"/>
              </a:defRPr>
            </a:lvl6pPr>
            <a:lvl7pPr algn="l">
              <a:defRPr sz="1125" b="0">
                <a:solidFill>
                  <a:srgbClr val="55707D"/>
                </a:solidFill>
                <a:latin typeface="Arial"/>
                <a:ea typeface="Arial"/>
                <a:cs typeface="Arial"/>
              </a:defRPr>
            </a:lvl7pPr>
            <a:lvl8pPr algn="l">
              <a:defRPr sz="1125" b="0">
                <a:solidFill>
                  <a:srgbClr val="55707D"/>
                </a:solidFill>
                <a:latin typeface="Arial"/>
                <a:ea typeface="Arial"/>
                <a:cs typeface="Arial"/>
              </a:defRPr>
            </a:lvl8pPr>
            <a:lvl9pPr algn="l">
              <a:defRPr sz="1125" b="0">
                <a:solidFill>
                  <a:srgbClr val="55707D"/>
                </a:solidFill>
                <a:latin typeface="Arial"/>
                <a:ea typeface="Arial"/>
                <a:cs typeface="Arial"/>
              </a:defRPr>
            </a:lvl9pPr>
          </a:lstStyle>
          <a:p xmlns:a="http://schemas.openxmlformats.org/drawingml/2006/main">
            <a:pPr algn="l">
              <a:buNone/>
              <a:defRPr sz="1125" b="0">
                <a:solidFill>
                  <a:srgbClr val="55707D"/>
                </a:solidFill>
                <a:latin typeface="Arial"/>
                <a:ea typeface="Arial"/>
                <a:cs typeface="Arial"/>
              </a:defRPr>
            </a:pPr>
            <a:r>
              <a:rPr sz="1125" b="0">
                <a:solidFill>
                  <a:srgbClr val="55707D"/>
                </a:solidFill>
                <a:latin typeface="Arial"/>
                <a:ea typeface="Arial"/>
                <a:cs typeface="Arial"/>
              </a:rPr>
              <a:t>Datos de demostración. Se generan dos CSV: calidad y diccionario. Las etiquetas se calculan en memoria.</a:t>
            </a:r>
          </a:p>
        </p:txBody>
      </p:sp>
    </p:spTree>
    <p:extLst>
      <p:ext uri="{BB962C8B-B14F-4D97-AF65-F5344CB8AC3E}">
        <p14:creationId xmlns:p14="http://schemas.microsoft.com/office/powerpoint/2010/main" val="1819517824"/>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8391529A-6705-4B44-A7F2-7948E0D079F9}"/>
              </a:ext>
            </a:extLst>
          </p:cNvPr>
          <p:cNvSpPr>
            <a:spLocks xmlns:a="http://schemas.openxmlformats.org/drawingml/2006/main" noGrp="1"/>
          </p:cNvSpPr>
          <p:nvPr/>
        </p:nvSpPr>
        <p:spPr>
          <a:xfrm xmlns:a="http://schemas.openxmlformats.org/drawingml/2006/main">
            <a:off x="0" y="0"/>
            <a:ext cx="12192000" cy="990600"/>
          </a:xfrm>
          <a:prstGeom xmlns:a="http://schemas.openxmlformats.org/drawingml/2006/main" prst="rect">
            <a:avLst/>
          </a:prstGeom>
          <a:solidFill xmlns:a="http://schemas.openxmlformats.org/drawingml/2006/main">
            <a:srgbClr val="104D70"/>
          </a:solidFill>
          <a:ln xmlns:a="http://schemas.openxmlformats.org/drawingml/2006/main" w="0">
            <a:noFill/>
          </a:ln>
        </p:spPr>
      </p:sp>
      <p:sp>
        <p:nvSpPr>
          <p:cNvPr id="2" name="Cuatro variables se excluyen por baja complet">
            <a:extLst xmlns:a="http://schemas.openxmlformats.org/drawingml/2006/main">
              <a:ext uri="{FF2B5EF4-FFF2-40B4-BE49-F238E27FC236}">
                <a16:creationId xmlns:a16="http://schemas.microsoft.com/office/drawing/2014/main" id="{DAE29E53-F0C7-4894-A733-379A104B5595}"/>
              </a:ext>
            </a:extLst>
          </p:cNvPr>
          <p:cNvSpPr>
            <a:spLocks xmlns:a="http://schemas.openxmlformats.org/drawingml/2006/main" noGrp="1"/>
          </p:cNvSpPr>
          <p:nvPr/>
        </p:nvSpPr>
        <p:spPr>
          <a:xfrm xmlns:a="http://schemas.openxmlformats.org/drawingml/2006/main">
            <a:off x="457200" y="276225"/>
            <a:ext cx="11239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850" b="1">
                <a:solidFill>
                  <a:srgbClr val="FFFFFF"/>
                </a:solidFill>
                <a:latin typeface="Arial"/>
                <a:ea typeface="Arial"/>
                <a:cs typeface="Arial"/>
              </a:defRPr>
            </a:defPPr>
            <a:lvl1pPr algn="l">
              <a:defRPr sz="2850" b="1">
                <a:solidFill>
                  <a:srgbClr val="FFFFFF"/>
                </a:solidFill>
                <a:latin typeface="Arial"/>
                <a:ea typeface="Arial"/>
                <a:cs typeface="Arial"/>
              </a:defRPr>
            </a:lvl1pPr>
            <a:lvl2pPr algn="l">
              <a:defRPr sz="2850" b="1">
                <a:solidFill>
                  <a:srgbClr val="FFFFFF"/>
                </a:solidFill>
                <a:latin typeface="Arial"/>
                <a:ea typeface="Arial"/>
                <a:cs typeface="Arial"/>
              </a:defRPr>
            </a:lvl2pPr>
            <a:lvl3pPr algn="l">
              <a:defRPr sz="2850" b="1">
                <a:solidFill>
                  <a:srgbClr val="FFFFFF"/>
                </a:solidFill>
                <a:latin typeface="Arial"/>
                <a:ea typeface="Arial"/>
                <a:cs typeface="Arial"/>
              </a:defRPr>
            </a:lvl3pPr>
            <a:lvl4pPr algn="l">
              <a:defRPr sz="2850" b="1">
                <a:solidFill>
                  <a:srgbClr val="FFFFFF"/>
                </a:solidFill>
                <a:latin typeface="Arial"/>
                <a:ea typeface="Arial"/>
                <a:cs typeface="Arial"/>
              </a:defRPr>
            </a:lvl4pPr>
            <a:lvl5pPr algn="l">
              <a:defRPr sz="2850" b="1">
                <a:solidFill>
                  <a:srgbClr val="FFFFFF"/>
                </a:solidFill>
                <a:latin typeface="Arial"/>
                <a:ea typeface="Arial"/>
                <a:cs typeface="Arial"/>
              </a:defRPr>
            </a:lvl5pPr>
            <a:lvl6pPr algn="l">
              <a:defRPr sz="2850" b="1">
                <a:solidFill>
                  <a:srgbClr val="FFFFFF"/>
                </a:solidFill>
                <a:latin typeface="Arial"/>
                <a:ea typeface="Arial"/>
                <a:cs typeface="Arial"/>
              </a:defRPr>
            </a:lvl6pPr>
            <a:lvl7pPr algn="l">
              <a:defRPr sz="2850" b="1">
                <a:solidFill>
                  <a:srgbClr val="FFFFFF"/>
                </a:solidFill>
                <a:latin typeface="Arial"/>
                <a:ea typeface="Arial"/>
                <a:cs typeface="Arial"/>
              </a:defRPr>
            </a:lvl7pPr>
            <a:lvl8pPr algn="l">
              <a:defRPr sz="2850" b="1">
                <a:solidFill>
                  <a:srgbClr val="FFFFFF"/>
                </a:solidFill>
                <a:latin typeface="Arial"/>
                <a:ea typeface="Arial"/>
                <a:cs typeface="Arial"/>
              </a:defRPr>
            </a:lvl8pPr>
            <a:lvl9pPr algn="l">
              <a:defRPr sz="2850" b="1">
                <a:solidFill>
                  <a:srgbClr val="FFFFFF"/>
                </a:solidFill>
                <a:latin typeface="Arial"/>
                <a:ea typeface="Arial"/>
                <a:cs typeface="Arial"/>
              </a:defRPr>
            </a:lvl9pPr>
          </a:lstStyle>
          <a:p xmlns:a="http://schemas.openxmlformats.org/drawingml/2006/main">
            <a:pPr algn="l">
              <a:buNone/>
              <a:defRPr sz="2850" b="1">
                <a:solidFill>
                  <a:srgbClr val="FFFFFF"/>
                </a:solidFill>
                <a:latin typeface="Arial"/>
                <a:ea typeface="Arial"/>
                <a:cs typeface="Arial"/>
              </a:defRPr>
            </a:pPr>
            <a:r>
              <a:rPr sz="2850" b="1">
                <a:solidFill>
                  <a:srgbClr val="FFFFFF"/>
                </a:solidFill>
                <a:latin typeface="Arial"/>
                <a:ea typeface="Arial"/>
                <a:cs typeface="Arial"/>
              </a:rPr>
              <a:t>Cuatro variables se excluyen por baja completitud</a:t>
            </a:r>
          </a:p>
        </p:txBody>
      </p:sp>
      <p:sp>
        <p:nvSpPr>
          <p:cNvPr id="3" name="CORTE 2 · SCRUM + XP">
            <a:extLst xmlns:a="http://schemas.openxmlformats.org/drawingml/2006/main">
              <a:ext uri="{FF2B5EF4-FFF2-40B4-BE49-F238E27FC236}">
                <a16:creationId xmlns:a16="http://schemas.microsoft.com/office/drawing/2014/main" id="{8A3F4255-5D41-46A1-95D1-07D20F925A6C}"/>
              </a:ext>
            </a:extLst>
          </p:cNvPr>
          <p:cNvSpPr>
            <a:spLocks xmlns:a="http://schemas.openxmlformats.org/drawingml/2006/main" noGrp="1"/>
          </p:cNvSpPr>
          <p:nvPr/>
        </p:nvSpPr>
        <p:spPr>
          <a:xfrm xmlns:a="http://schemas.openxmlformats.org/drawingml/2006/main">
            <a:off x="457200" y="1200150"/>
            <a:ext cx="11191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125" b="1">
                <a:solidFill>
                  <a:srgbClr val="55707D"/>
                </a:solidFill>
                <a:latin typeface="Arial"/>
                <a:ea typeface="Arial"/>
                <a:cs typeface="Arial"/>
              </a:defRPr>
            </a:defPPr>
            <a:lvl1pPr algn="l">
              <a:defRPr sz="1125" b="1">
                <a:solidFill>
                  <a:srgbClr val="55707D"/>
                </a:solidFill>
                <a:latin typeface="Arial"/>
                <a:ea typeface="Arial"/>
                <a:cs typeface="Arial"/>
              </a:defRPr>
            </a:lvl1pPr>
            <a:lvl2pPr algn="l">
              <a:defRPr sz="1125" b="1">
                <a:solidFill>
                  <a:srgbClr val="55707D"/>
                </a:solidFill>
                <a:latin typeface="Arial"/>
                <a:ea typeface="Arial"/>
                <a:cs typeface="Arial"/>
              </a:defRPr>
            </a:lvl2pPr>
            <a:lvl3pPr algn="l">
              <a:defRPr sz="1125" b="1">
                <a:solidFill>
                  <a:srgbClr val="55707D"/>
                </a:solidFill>
                <a:latin typeface="Arial"/>
                <a:ea typeface="Arial"/>
                <a:cs typeface="Arial"/>
              </a:defRPr>
            </a:lvl3pPr>
            <a:lvl4pPr algn="l">
              <a:defRPr sz="1125" b="1">
                <a:solidFill>
                  <a:srgbClr val="55707D"/>
                </a:solidFill>
                <a:latin typeface="Arial"/>
                <a:ea typeface="Arial"/>
                <a:cs typeface="Arial"/>
              </a:defRPr>
            </a:lvl4pPr>
            <a:lvl5pPr algn="l">
              <a:defRPr sz="1125" b="1">
                <a:solidFill>
                  <a:srgbClr val="55707D"/>
                </a:solidFill>
                <a:latin typeface="Arial"/>
                <a:ea typeface="Arial"/>
                <a:cs typeface="Arial"/>
              </a:defRPr>
            </a:lvl5pPr>
            <a:lvl6pPr algn="l">
              <a:defRPr sz="1125" b="1">
                <a:solidFill>
                  <a:srgbClr val="55707D"/>
                </a:solidFill>
                <a:latin typeface="Arial"/>
                <a:ea typeface="Arial"/>
                <a:cs typeface="Arial"/>
              </a:defRPr>
            </a:lvl6pPr>
            <a:lvl7pPr algn="l">
              <a:defRPr sz="1125" b="1">
                <a:solidFill>
                  <a:srgbClr val="55707D"/>
                </a:solidFill>
                <a:latin typeface="Arial"/>
                <a:ea typeface="Arial"/>
                <a:cs typeface="Arial"/>
              </a:defRPr>
            </a:lvl7pPr>
            <a:lvl8pPr algn="l">
              <a:defRPr sz="1125" b="1">
                <a:solidFill>
                  <a:srgbClr val="55707D"/>
                </a:solidFill>
                <a:latin typeface="Arial"/>
                <a:ea typeface="Arial"/>
                <a:cs typeface="Arial"/>
              </a:defRPr>
            </a:lvl8pPr>
            <a:lvl9pPr algn="l">
              <a:defRPr sz="1125" b="1">
                <a:solidFill>
                  <a:srgbClr val="55707D"/>
                </a:solidFill>
                <a:latin typeface="Arial"/>
                <a:ea typeface="Arial"/>
                <a:cs typeface="Arial"/>
              </a:defRPr>
            </a:lvl9pPr>
          </a:lstStyle>
          <a:p xmlns:a="http://schemas.openxmlformats.org/drawingml/2006/main">
            <a:pPr algn="l">
              <a:buNone/>
              <a:defRPr sz="1125" b="1">
                <a:solidFill>
                  <a:srgbClr val="55707D"/>
                </a:solidFill>
                <a:latin typeface="Arial"/>
                <a:ea typeface="Arial"/>
                <a:cs typeface="Arial"/>
              </a:defRPr>
            </a:pPr>
            <a:r>
              <a:rPr sz="1125" b="1">
                <a:solidFill>
                  <a:srgbClr val="55707D"/>
                </a:solidFill>
                <a:latin typeface="Arial"/>
                <a:ea typeface="Arial"/>
                <a:cs typeface="Arial"/>
              </a:rPr>
              <a:t>CORTE 2 · SCRUM + XP</a:t>
            </a:r>
          </a:p>
        </p:txBody>
      </p:sp>
      <p:sp>
        <p:nvSpPr>
          <p:cNvPr id="4" name="">
            <a:extLst xmlns:a="http://schemas.openxmlformats.org/drawingml/2006/main">
              <a:ext uri="{FF2B5EF4-FFF2-40B4-BE49-F238E27FC236}">
                <a16:creationId xmlns:a16="http://schemas.microsoft.com/office/drawing/2014/main" id="{65AFDF0A-3908-4B55-B0E9-4A295405CE17}"/>
              </a:ext>
            </a:extLst>
          </p:cNvPr>
          <p:cNvSpPr>
            <a:spLocks xmlns:a="http://schemas.openxmlformats.org/drawingml/2006/main" noGrp="1"/>
          </p:cNvSpPr>
          <p:nvPr/>
        </p:nvSpPr>
        <p:spPr>
          <a:xfrm xmlns:a="http://schemas.openxmlformats.org/drawingml/2006/main">
            <a:off x="0" y="6543675"/>
            <a:ext cx="12192000" cy="314325"/>
          </a:xfrm>
          <a:prstGeom xmlns:a="http://schemas.openxmlformats.org/drawingml/2006/main" prst="rect">
            <a:avLst/>
          </a:prstGeom>
          <a:solidFill xmlns:a="http://schemas.openxmlformats.org/drawingml/2006/main">
            <a:srgbClr val="104D70"/>
          </a:solidFill>
          <a:ln xmlns:a="http://schemas.openxmlformats.org/drawingml/2006/main" w="0">
            <a:noFill/>
          </a:ln>
        </p:spPr>
      </p:sp>
      <p:sp>
        <p:nvSpPr>
          <p:cNvPr id="5" name="DataForge Consulting · FinBank">
            <a:extLst xmlns:a="http://schemas.openxmlformats.org/drawingml/2006/main">
              <a:ext uri="{FF2B5EF4-FFF2-40B4-BE49-F238E27FC236}">
                <a16:creationId xmlns:a16="http://schemas.microsoft.com/office/drawing/2014/main" id="{789D53AF-5194-44A9-B5B7-5BF3A5CEA2E6}"/>
              </a:ext>
            </a:extLst>
          </p:cNvPr>
          <p:cNvSpPr>
            <a:spLocks xmlns:a="http://schemas.openxmlformats.org/drawingml/2006/main" noGrp="1"/>
          </p:cNvSpPr>
          <p:nvPr/>
        </p:nvSpPr>
        <p:spPr>
          <a:xfrm xmlns:a="http://schemas.openxmlformats.org/drawingml/2006/main">
            <a:off x="457200" y="6619875"/>
            <a:ext cx="5429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050" b="0">
                <a:solidFill>
                  <a:srgbClr val="FFFFFF"/>
                </a:solidFill>
                <a:latin typeface="Arial"/>
                <a:ea typeface="Arial"/>
                <a:cs typeface="Arial"/>
              </a:defRPr>
            </a:defPPr>
            <a:lvl1pPr algn="l">
              <a:defRPr sz="1050" b="0">
                <a:solidFill>
                  <a:srgbClr val="FFFFFF"/>
                </a:solidFill>
                <a:latin typeface="Arial"/>
                <a:ea typeface="Arial"/>
                <a:cs typeface="Arial"/>
              </a:defRPr>
            </a:lvl1pPr>
            <a:lvl2pPr algn="l">
              <a:defRPr sz="1050" b="0">
                <a:solidFill>
                  <a:srgbClr val="FFFFFF"/>
                </a:solidFill>
                <a:latin typeface="Arial"/>
                <a:ea typeface="Arial"/>
                <a:cs typeface="Arial"/>
              </a:defRPr>
            </a:lvl2pPr>
            <a:lvl3pPr algn="l">
              <a:defRPr sz="1050" b="0">
                <a:solidFill>
                  <a:srgbClr val="FFFFFF"/>
                </a:solidFill>
                <a:latin typeface="Arial"/>
                <a:ea typeface="Arial"/>
                <a:cs typeface="Arial"/>
              </a:defRPr>
            </a:lvl3pPr>
            <a:lvl4pPr algn="l">
              <a:defRPr sz="1050" b="0">
                <a:solidFill>
                  <a:srgbClr val="FFFFFF"/>
                </a:solidFill>
                <a:latin typeface="Arial"/>
                <a:ea typeface="Arial"/>
                <a:cs typeface="Arial"/>
              </a:defRPr>
            </a:lvl4pPr>
            <a:lvl5pPr algn="l">
              <a:defRPr sz="1050" b="0">
                <a:solidFill>
                  <a:srgbClr val="FFFFFF"/>
                </a:solidFill>
                <a:latin typeface="Arial"/>
                <a:ea typeface="Arial"/>
                <a:cs typeface="Arial"/>
              </a:defRPr>
            </a:lvl5pPr>
            <a:lvl6pPr algn="l">
              <a:defRPr sz="1050" b="0">
                <a:solidFill>
                  <a:srgbClr val="FFFFFF"/>
                </a:solidFill>
                <a:latin typeface="Arial"/>
                <a:ea typeface="Arial"/>
                <a:cs typeface="Arial"/>
              </a:defRPr>
            </a:lvl6pPr>
            <a:lvl7pPr algn="l">
              <a:defRPr sz="1050" b="0">
                <a:solidFill>
                  <a:srgbClr val="FFFFFF"/>
                </a:solidFill>
                <a:latin typeface="Arial"/>
                <a:ea typeface="Arial"/>
                <a:cs typeface="Arial"/>
              </a:defRPr>
            </a:lvl7pPr>
            <a:lvl8pPr algn="l">
              <a:defRPr sz="1050" b="0">
                <a:solidFill>
                  <a:srgbClr val="FFFFFF"/>
                </a:solidFill>
                <a:latin typeface="Arial"/>
                <a:ea typeface="Arial"/>
                <a:cs typeface="Arial"/>
              </a:defRPr>
            </a:lvl8pPr>
            <a:lvl9pPr algn="l">
              <a:defRPr sz="1050" b="0">
                <a:solidFill>
                  <a:srgbClr val="FFFFFF"/>
                </a:solidFill>
                <a:latin typeface="Arial"/>
                <a:ea typeface="Arial"/>
                <a:cs typeface="Arial"/>
              </a:defRPr>
            </a:lvl9pPr>
          </a:lstStyle>
          <a:p xmlns:a="http://schemas.openxmlformats.org/drawingml/2006/main">
            <a:pPr algn="l">
              <a:buNone/>
              <a:defRPr sz="1050" b="0">
                <a:solidFill>
                  <a:srgbClr val="FFFFFF"/>
                </a:solidFill>
                <a:latin typeface="Arial"/>
                <a:ea typeface="Arial"/>
                <a:cs typeface="Arial"/>
              </a:defRPr>
            </a:pPr>
            <a:r>
              <a:rPr sz="1050" b="0">
                <a:solidFill>
                  <a:srgbClr val="FFFFFF"/>
                </a:solidFill>
                <a:latin typeface="Arial"/>
                <a:ea typeface="Arial"/>
                <a:cs typeface="Arial"/>
              </a:rPr>
              <a:t>DataForge Consulting · FinBank</a:t>
            </a:r>
          </a:p>
        </p:txBody>
      </p:sp>
      <p:sp>
        <p:nvSpPr>
          <p:cNvPr id="6" name="Rafael Baracaldo  |  05">
            <a:extLst xmlns:a="http://schemas.openxmlformats.org/drawingml/2006/main">
              <a:ext uri="{FF2B5EF4-FFF2-40B4-BE49-F238E27FC236}">
                <a16:creationId xmlns:a16="http://schemas.microsoft.com/office/drawing/2014/main" id="{A0E0F55A-6989-490C-BFE5-E0B18500B837}"/>
              </a:ext>
            </a:extLst>
          </p:cNvPr>
          <p:cNvSpPr>
            <a:spLocks xmlns:a="http://schemas.openxmlformats.org/drawingml/2006/main" noGrp="1"/>
          </p:cNvSpPr>
          <p:nvPr/>
        </p:nvSpPr>
        <p:spPr>
          <a:xfrm xmlns:a="http://schemas.openxmlformats.org/drawingml/2006/main">
            <a:off x="7048500" y="6619875"/>
            <a:ext cx="466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r">
              <a:defRPr sz="1050" b="0">
                <a:solidFill>
                  <a:srgbClr val="FFFFFF"/>
                </a:solidFill>
                <a:latin typeface="Arial"/>
                <a:ea typeface="Arial"/>
                <a:cs typeface="Arial"/>
              </a:defRPr>
            </a:defPPr>
            <a:lvl1pPr algn="r">
              <a:defRPr sz="1050" b="0">
                <a:solidFill>
                  <a:srgbClr val="FFFFFF"/>
                </a:solidFill>
                <a:latin typeface="Arial"/>
                <a:ea typeface="Arial"/>
                <a:cs typeface="Arial"/>
              </a:defRPr>
            </a:lvl1pPr>
            <a:lvl2pPr algn="r">
              <a:defRPr sz="1050" b="0">
                <a:solidFill>
                  <a:srgbClr val="FFFFFF"/>
                </a:solidFill>
                <a:latin typeface="Arial"/>
                <a:ea typeface="Arial"/>
                <a:cs typeface="Arial"/>
              </a:defRPr>
            </a:lvl2pPr>
            <a:lvl3pPr algn="r">
              <a:defRPr sz="1050" b="0">
                <a:solidFill>
                  <a:srgbClr val="FFFFFF"/>
                </a:solidFill>
                <a:latin typeface="Arial"/>
                <a:ea typeface="Arial"/>
                <a:cs typeface="Arial"/>
              </a:defRPr>
            </a:lvl3pPr>
            <a:lvl4pPr algn="r">
              <a:defRPr sz="1050" b="0">
                <a:solidFill>
                  <a:srgbClr val="FFFFFF"/>
                </a:solidFill>
                <a:latin typeface="Arial"/>
                <a:ea typeface="Arial"/>
                <a:cs typeface="Arial"/>
              </a:defRPr>
            </a:lvl4pPr>
            <a:lvl5pPr algn="r">
              <a:defRPr sz="1050" b="0">
                <a:solidFill>
                  <a:srgbClr val="FFFFFF"/>
                </a:solidFill>
                <a:latin typeface="Arial"/>
                <a:ea typeface="Arial"/>
                <a:cs typeface="Arial"/>
              </a:defRPr>
            </a:lvl5pPr>
            <a:lvl6pPr algn="r">
              <a:defRPr sz="1050" b="0">
                <a:solidFill>
                  <a:srgbClr val="FFFFFF"/>
                </a:solidFill>
                <a:latin typeface="Arial"/>
                <a:ea typeface="Arial"/>
                <a:cs typeface="Arial"/>
              </a:defRPr>
            </a:lvl6pPr>
            <a:lvl7pPr algn="r">
              <a:defRPr sz="1050" b="0">
                <a:solidFill>
                  <a:srgbClr val="FFFFFF"/>
                </a:solidFill>
                <a:latin typeface="Arial"/>
                <a:ea typeface="Arial"/>
                <a:cs typeface="Arial"/>
              </a:defRPr>
            </a:lvl7pPr>
            <a:lvl8pPr algn="r">
              <a:defRPr sz="1050" b="0">
                <a:solidFill>
                  <a:srgbClr val="FFFFFF"/>
                </a:solidFill>
                <a:latin typeface="Arial"/>
                <a:ea typeface="Arial"/>
                <a:cs typeface="Arial"/>
              </a:defRPr>
            </a:lvl8pPr>
            <a:lvl9pPr algn="r">
              <a:defRPr sz="1050" b="0">
                <a:solidFill>
                  <a:srgbClr val="FFFFFF"/>
                </a:solidFill>
                <a:latin typeface="Arial"/>
                <a:ea typeface="Arial"/>
                <a:cs typeface="Arial"/>
              </a:defRPr>
            </a:lvl9pPr>
          </a:lstStyle>
          <a:p xmlns:a="http://schemas.openxmlformats.org/drawingml/2006/main">
            <a:pPr algn="r">
              <a:buNone/>
              <a:defRPr sz="1050" b="0">
                <a:solidFill>
                  <a:srgbClr val="FFFFFF"/>
                </a:solidFill>
                <a:latin typeface="Arial"/>
                <a:ea typeface="Arial"/>
                <a:cs typeface="Arial"/>
              </a:defRPr>
            </a:pPr>
            <a:r>
              <a:rPr sz="1050" b="0">
                <a:solidFill>
                  <a:srgbClr val="FFFFFF"/>
                </a:solidFill>
                <a:latin typeface="Arial"/>
                <a:ea typeface="Arial"/>
                <a:cs typeface="Arial"/>
              </a:rPr>
              <a:t>Rafael Baracaldo  |  05</a:t>
            </a:r>
          </a:p>
        </p:txBody>
      </p:sp>
      <p:graphicFrame>
        <p:nvGraphicFramePr>
          <p:cNvPr id="7" name="Chart">
            <a:extLst xmlns:a="http://schemas.openxmlformats.org/drawingml/2006/main">
              <a:ext uri="{FF2B5EF4-FFF2-40B4-BE49-F238E27FC236}">
                <a16:creationId xmlns:a16="http://schemas.microsoft.com/office/drawing/2014/main" id="{EB6CC078-5704-4EB5-A78C-06301CEC2A47}"/>
              </a:ext>
            </a:extLst>
          </p:cNvPr>
          <p:cNvGraphicFramePr/>
          <p:nvPr/>
        </p:nvGraphicFramePr>
        <p:xfrm>
          <a:off xmlns:a="http://schemas.openxmlformats.org/drawingml/2006/main" x="457200" y="1857375"/>
          <a:ext xmlns:a="http://schemas.openxmlformats.org/drawingml/2006/main" cx="7334250" cy="3810000"/>
        </p:xfrm>
        <a:graphic xmlns:a="http://schemas.openxmlformats.org/drawingml/2006/main">
          <a:graphicData uri="http://schemas.openxmlformats.org/drawingml/2006/chart">
            <c:chart xmlns:r="http://schemas.openxmlformats.org/officeDocument/2006/relationships" xmlns:c="http://schemas.openxmlformats.org/drawingml/2006/chart" r:id="Rc7fa8176d9e543d0"/>
          </a:graphicData>
        </a:graphic>
      </p:graphicFrame>
      <p:sp>
        <p:nvSpPr>
          <p:cNvPr id="8" name="80%">
            <a:extLst xmlns:a="http://schemas.openxmlformats.org/drawingml/2006/main">
              <a:ext uri="{FF2B5EF4-FFF2-40B4-BE49-F238E27FC236}">
                <a16:creationId xmlns:a16="http://schemas.microsoft.com/office/drawing/2014/main" id="{0C532F93-D762-41BF-852A-C0C193415C2F}"/>
              </a:ext>
            </a:extLst>
          </p:cNvPr>
          <p:cNvSpPr>
            <a:spLocks xmlns:a="http://schemas.openxmlformats.org/drawingml/2006/main" noGrp="1"/>
          </p:cNvSpPr>
          <p:nvPr/>
        </p:nvSpPr>
        <p:spPr>
          <a:xfrm xmlns:a="http://schemas.openxmlformats.org/drawingml/2006/main">
            <a:off x="8286750" y="1809750"/>
            <a:ext cx="3238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6300" b="1">
                <a:solidFill>
                  <a:srgbClr val="10998D"/>
                </a:solidFill>
                <a:latin typeface="Arial"/>
                <a:ea typeface="Arial"/>
                <a:cs typeface="Arial"/>
              </a:defRPr>
            </a:defPPr>
            <a:lvl1pPr algn="l">
              <a:defRPr sz="6300" b="1">
                <a:solidFill>
                  <a:srgbClr val="10998D"/>
                </a:solidFill>
                <a:latin typeface="Arial"/>
                <a:ea typeface="Arial"/>
                <a:cs typeface="Arial"/>
              </a:defRPr>
            </a:lvl1pPr>
            <a:lvl2pPr algn="l">
              <a:defRPr sz="6300" b="1">
                <a:solidFill>
                  <a:srgbClr val="10998D"/>
                </a:solidFill>
                <a:latin typeface="Arial"/>
                <a:ea typeface="Arial"/>
                <a:cs typeface="Arial"/>
              </a:defRPr>
            </a:lvl2pPr>
            <a:lvl3pPr algn="l">
              <a:defRPr sz="6300" b="1">
                <a:solidFill>
                  <a:srgbClr val="10998D"/>
                </a:solidFill>
                <a:latin typeface="Arial"/>
                <a:ea typeface="Arial"/>
                <a:cs typeface="Arial"/>
              </a:defRPr>
            </a:lvl3pPr>
            <a:lvl4pPr algn="l">
              <a:defRPr sz="6300" b="1">
                <a:solidFill>
                  <a:srgbClr val="10998D"/>
                </a:solidFill>
                <a:latin typeface="Arial"/>
                <a:ea typeface="Arial"/>
                <a:cs typeface="Arial"/>
              </a:defRPr>
            </a:lvl4pPr>
            <a:lvl5pPr algn="l">
              <a:defRPr sz="6300" b="1">
                <a:solidFill>
                  <a:srgbClr val="10998D"/>
                </a:solidFill>
                <a:latin typeface="Arial"/>
                <a:ea typeface="Arial"/>
                <a:cs typeface="Arial"/>
              </a:defRPr>
            </a:lvl5pPr>
            <a:lvl6pPr algn="l">
              <a:defRPr sz="6300" b="1">
                <a:solidFill>
                  <a:srgbClr val="10998D"/>
                </a:solidFill>
                <a:latin typeface="Arial"/>
                <a:ea typeface="Arial"/>
                <a:cs typeface="Arial"/>
              </a:defRPr>
            </a:lvl6pPr>
            <a:lvl7pPr algn="l">
              <a:defRPr sz="6300" b="1">
                <a:solidFill>
                  <a:srgbClr val="10998D"/>
                </a:solidFill>
                <a:latin typeface="Arial"/>
                <a:ea typeface="Arial"/>
                <a:cs typeface="Arial"/>
              </a:defRPr>
            </a:lvl7pPr>
            <a:lvl8pPr algn="l">
              <a:defRPr sz="6300" b="1">
                <a:solidFill>
                  <a:srgbClr val="10998D"/>
                </a:solidFill>
                <a:latin typeface="Arial"/>
                <a:ea typeface="Arial"/>
                <a:cs typeface="Arial"/>
              </a:defRPr>
            </a:lvl8pPr>
            <a:lvl9pPr algn="l">
              <a:defRPr sz="6300" b="1">
                <a:solidFill>
                  <a:srgbClr val="10998D"/>
                </a:solidFill>
                <a:latin typeface="Arial"/>
                <a:ea typeface="Arial"/>
                <a:cs typeface="Arial"/>
              </a:defRPr>
            </a:lvl9pPr>
          </a:lstStyle>
          <a:p xmlns:a="http://schemas.openxmlformats.org/drawingml/2006/main">
            <a:pPr algn="l">
              <a:buNone/>
              <a:defRPr sz="6300" b="1">
                <a:solidFill>
                  <a:srgbClr val="10998D"/>
                </a:solidFill>
                <a:latin typeface="Arial"/>
                <a:ea typeface="Arial"/>
                <a:cs typeface="Arial"/>
              </a:defRPr>
            </a:pPr>
            <a:r>
              <a:rPr sz="6300" b="1">
                <a:solidFill>
                  <a:srgbClr val="10998D"/>
                </a:solidFill>
                <a:latin typeface="Arial"/>
                <a:ea typeface="Arial"/>
                <a:cs typeface="Arial"/>
              </a:rPr>
              <a:t>80%</a:t>
            </a:r>
          </a:p>
        </p:txBody>
      </p:sp>
      <p:sp>
        <p:nvSpPr>
          <p:cNvPr id="9" name="Umbral inclusivo&#10;para conservar">
            <a:extLst xmlns:a="http://schemas.openxmlformats.org/drawingml/2006/main">
              <a:ext uri="{FF2B5EF4-FFF2-40B4-BE49-F238E27FC236}">
                <a16:creationId xmlns:a16="http://schemas.microsoft.com/office/drawing/2014/main" id="{F5E2237C-45FA-4E34-8939-77184A6C0AE2}"/>
              </a:ext>
            </a:extLst>
          </p:cNvPr>
          <p:cNvSpPr>
            <a:spLocks xmlns:a="http://schemas.openxmlformats.org/drawingml/2006/main" noGrp="1"/>
          </p:cNvSpPr>
          <p:nvPr/>
        </p:nvSpPr>
        <p:spPr>
          <a:xfrm xmlns:a="http://schemas.openxmlformats.org/drawingml/2006/main">
            <a:off x="8286750" y="2895600"/>
            <a:ext cx="3238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175" b="0">
                <a:solidFill>
                  <a:srgbClr val="153444"/>
                </a:solidFill>
                <a:latin typeface="Arial"/>
                <a:ea typeface="Arial"/>
                <a:cs typeface="Arial"/>
              </a:defRPr>
            </a:defPPr>
            <a:lvl1pPr algn="l">
              <a:defRPr sz="2175" b="0">
                <a:solidFill>
                  <a:srgbClr val="153444"/>
                </a:solidFill>
                <a:latin typeface="Arial"/>
                <a:ea typeface="Arial"/>
                <a:cs typeface="Arial"/>
              </a:defRPr>
            </a:lvl1pPr>
            <a:lvl2pPr algn="l">
              <a:defRPr sz="2175" b="0">
                <a:solidFill>
                  <a:srgbClr val="153444"/>
                </a:solidFill>
                <a:latin typeface="Arial"/>
                <a:ea typeface="Arial"/>
                <a:cs typeface="Arial"/>
              </a:defRPr>
            </a:lvl2pPr>
            <a:lvl3pPr algn="l">
              <a:defRPr sz="2175" b="0">
                <a:solidFill>
                  <a:srgbClr val="153444"/>
                </a:solidFill>
                <a:latin typeface="Arial"/>
                <a:ea typeface="Arial"/>
                <a:cs typeface="Arial"/>
              </a:defRPr>
            </a:lvl3pPr>
            <a:lvl4pPr algn="l">
              <a:defRPr sz="2175" b="0">
                <a:solidFill>
                  <a:srgbClr val="153444"/>
                </a:solidFill>
                <a:latin typeface="Arial"/>
                <a:ea typeface="Arial"/>
                <a:cs typeface="Arial"/>
              </a:defRPr>
            </a:lvl4pPr>
            <a:lvl5pPr algn="l">
              <a:defRPr sz="2175" b="0">
                <a:solidFill>
                  <a:srgbClr val="153444"/>
                </a:solidFill>
                <a:latin typeface="Arial"/>
                <a:ea typeface="Arial"/>
                <a:cs typeface="Arial"/>
              </a:defRPr>
            </a:lvl5pPr>
            <a:lvl6pPr algn="l">
              <a:defRPr sz="2175" b="0">
                <a:solidFill>
                  <a:srgbClr val="153444"/>
                </a:solidFill>
                <a:latin typeface="Arial"/>
                <a:ea typeface="Arial"/>
                <a:cs typeface="Arial"/>
              </a:defRPr>
            </a:lvl6pPr>
            <a:lvl7pPr algn="l">
              <a:defRPr sz="2175" b="0">
                <a:solidFill>
                  <a:srgbClr val="153444"/>
                </a:solidFill>
                <a:latin typeface="Arial"/>
                <a:ea typeface="Arial"/>
                <a:cs typeface="Arial"/>
              </a:defRPr>
            </a:lvl7pPr>
            <a:lvl8pPr algn="l">
              <a:defRPr sz="2175" b="0">
                <a:solidFill>
                  <a:srgbClr val="153444"/>
                </a:solidFill>
                <a:latin typeface="Arial"/>
                <a:ea typeface="Arial"/>
                <a:cs typeface="Arial"/>
              </a:defRPr>
            </a:lvl8pPr>
            <a:lvl9pPr algn="l">
              <a:defRPr sz="2175" b="0">
                <a:solidFill>
                  <a:srgbClr val="153444"/>
                </a:solidFill>
                <a:latin typeface="Arial"/>
                <a:ea typeface="Arial"/>
                <a:cs typeface="Arial"/>
              </a:defRPr>
            </a:lvl9pPr>
          </a:lstStyle>
          <a:p xmlns:a="http://schemas.openxmlformats.org/drawingml/2006/main">
            <a:pPr algn="l">
              <a:buNone/>
              <a:defRPr sz="2175" b="0">
                <a:solidFill>
                  <a:srgbClr val="153444"/>
                </a:solidFill>
                <a:latin typeface="Arial"/>
                <a:ea typeface="Arial"/>
                <a:cs typeface="Arial"/>
              </a:defRPr>
            </a:pPr>
            <a:r>
              <a:rPr sz="2175" b="0">
                <a:solidFill>
                  <a:srgbClr val="153444"/>
                </a:solidFill>
                <a:latin typeface="Arial"/>
                <a:ea typeface="Arial"/>
                <a:cs typeface="Arial"/>
              </a:rPr>
              <a:t>Umbral inclusivo</a:t>
            </a:r>
          </a:p>
          <a:p xmlns:a="http://schemas.openxmlformats.org/drawingml/2006/main">
            <a:pPr algn="l">
              <a:buNone/>
              <a:defRPr sz="2175" b="0">
                <a:solidFill>
                  <a:srgbClr val="153444"/>
                </a:solidFill>
                <a:latin typeface="Arial"/>
                <a:ea typeface="Arial"/>
                <a:cs typeface="Arial"/>
              </a:defRPr>
            </a:pPr>
            <a:r>
              <a:rPr sz="2175" b="0">
                <a:solidFill>
                  <a:srgbClr val="153444"/>
                </a:solidFill>
                <a:latin typeface="Arial"/>
                <a:ea typeface="Arial"/>
                <a:cs typeface="Arial"/>
              </a:rPr>
              <a:t>para conservar</a:t>
            </a:r>
          </a:p>
        </p:txBody>
      </p:sp>
      <p:sp>
        <p:nvSpPr>
          <p:cNvPr id="10" name="18 de 22">
            <a:extLst xmlns:a="http://schemas.openxmlformats.org/drawingml/2006/main">
              <a:ext uri="{FF2B5EF4-FFF2-40B4-BE49-F238E27FC236}">
                <a16:creationId xmlns:a16="http://schemas.microsoft.com/office/drawing/2014/main" id="{618054FE-F962-4F9A-BEF7-78FEE130CAFC}"/>
              </a:ext>
            </a:extLst>
          </p:cNvPr>
          <p:cNvSpPr>
            <a:spLocks xmlns:a="http://schemas.openxmlformats.org/drawingml/2006/main" noGrp="1"/>
          </p:cNvSpPr>
          <p:nvPr/>
        </p:nvSpPr>
        <p:spPr>
          <a:xfrm xmlns:a="http://schemas.openxmlformats.org/drawingml/2006/main">
            <a:off x="8286750" y="4095750"/>
            <a:ext cx="3238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3600" b="1">
                <a:solidFill>
                  <a:srgbClr val="104D70"/>
                </a:solidFill>
                <a:latin typeface="Arial"/>
                <a:ea typeface="Arial"/>
                <a:cs typeface="Arial"/>
              </a:defRPr>
            </a:defPPr>
            <a:lvl1pPr algn="l">
              <a:defRPr sz="3600" b="1">
                <a:solidFill>
                  <a:srgbClr val="104D70"/>
                </a:solidFill>
                <a:latin typeface="Arial"/>
                <a:ea typeface="Arial"/>
                <a:cs typeface="Arial"/>
              </a:defRPr>
            </a:lvl1pPr>
            <a:lvl2pPr algn="l">
              <a:defRPr sz="3600" b="1">
                <a:solidFill>
                  <a:srgbClr val="104D70"/>
                </a:solidFill>
                <a:latin typeface="Arial"/>
                <a:ea typeface="Arial"/>
                <a:cs typeface="Arial"/>
              </a:defRPr>
            </a:lvl2pPr>
            <a:lvl3pPr algn="l">
              <a:defRPr sz="3600" b="1">
                <a:solidFill>
                  <a:srgbClr val="104D70"/>
                </a:solidFill>
                <a:latin typeface="Arial"/>
                <a:ea typeface="Arial"/>
                <a:cs typeface="Arial"/>
              </a:defRPr>
            </a:lvl3pPr>
            <a:lvl4pPr algn="l">
              <a:defRPr sz="3600" b="1">
                <a:solidFill>
                  <a:srgbClr val="104D70"/>
                </a:solidFill>
                <a:latin typeface="Arial"/>
                <a:ea typeface="Arial"/>
                <a:cs typeface="Arial"/>
              </a:defRPr>
            </a:lvl4pPr>
            <a:lvl5pPr algn="l">
              <a:defRPr sz="3600" b="1">
                <a:solidFill>
                  <a:srgbClr val="104D70"/>
                </a:solidFill>
                <a:latin typeface="Arial"/>
                <a:ea typeface="Arial"/>
                <a:cs typeface="Arial"/>
              </a:defRPr>
            </a:lvl5pPr>
            <a:lvl6pPr algn="l">
              <a:defRPr sz="3600" b="1">
                <a:solidFill>
                  <a:srgbClr val="104D70"/>
                </a:solidFill>
                <a:latin typeface="Arial"/>
                <a:ea typeface="Arial"/>
                <a:cs typeface="Arial"/>
              </a:defRPr>
            </a:lvl6pPr>
            <a:lvl7pPr algn="l">
              <a:defRPr sz="3600" b="1">
                <a:solidFill>
                  <a:srgbClr val="104D70"/>
                </a:solidFill>
                <a:latin typeface="Arial"/>
                <a:ea typeface="Arial"/>
                <a:cs typeface="Arial"/>
              </a:defRPr>
            </a:lvl7pPr>
            <a:lvl8pPr algn="l">
              <a:defRPr sz="3600" b="1">
                <a:solidFill>
                  <a:srgbClr val="104D70"/>
                </a:solidFill>
                <a:latin typeface="Arial"/>
                <a:ea typeface="Arial"/>
                <a:cs typeface="Arial"/>
              </a:defRPr>
            </a:lvl8pPr>
            <a:lvl9pPr algn="l">
              <a:defRPr sz="3600" b="1">
                <a:solidFill>
                  <a:srgbClr val="104D70"/>
                </a:solidFill>
                <a:latin typeface="Arial"/>
                <a:ea typeface="Arial"/>
                <a:cs typeface="Arial"/>
              </a:defRPr>
            </a:lvl9pPr>
          </a:lstStyle>
          <a:p xmlns:a="http://schemas.openxmlformats.org/drawingml/2006/main">
            <a:pPr algn="l">
              <a:buNone/>
              <a:defRPr sz="3600" b="1">
                <a:solidFill>
                  <a:srgbClr val="104D70"/>
                </a:solidFill>
                <a:latin typeface="Arial"/>
                <a:ea typeface="Arial"/>
                <a:cs typeface="Arial"/>
              </a:defRPr>
            </a:pPr>
            <a:r>
              <a:rPr sz="3600" b="1">
                <a:solidFill>
                  <a:srgbClr val="104D70"/>
                </a:solidFill>
                <a:latin typeface="Arial"/>
                <a:ea typeface="Arial"/>
                <a:cs typeface="Arial"/>
              </a:rPr>
              <a:t>18 de 22</a:t>
            </a:r>
          </a:p>
        </p:txBody>
      </p:sp>
      <p:sp>
        <p:nvSpPr>
          <p:cNvPr id="11" name="Variables documentadas para revisión de negoc">
            <a:extLst xmlns:a="http://schemas.openxmlformats.org/drawingml/2006/main">
              <a:ext uri="{FF2B5EF4-FFF2-40B4-BE49-F238E27FC236}">
                <a16:creationId xmlns:a16="http://schemas.microsoft.com/office/drawing/2014/main" id="{87FB8057-CCFA-4550-A33F-25BCF636D039}"/>
              </a:ext>
            </a:extLst>
          </p:cNvPr>
          <p:cNvSpPr>
            <a:spLocks xmlns:a="http://schemas.openxmlformats.org/drawingml/2006/main" noGrp="1"/>
          </p:cNvSpPr>
          <p:nvPr/>
        </p:nvSpPr>
        <p:spPr>
          <a:xfrm xmlns:a="http://schemas.openxmlformats.org/drawingml/2006/main">
            <a:off x="8286750" y="4857750"/>
            <a:ext cx="3143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875" b="0">
                <a:solidFill>
                  <a:srgbClr val="153444"/>
                </a:solidFill>
                <a:latin typeface="Arial"/>
                <a:ea typeface="Arial"/>
                <a:cs typeface="Arial"/>
              </a:defRPr>
            </a:defPPr>
            <a:lvl1pPr algn="l">
              <a:defRPr sz="1875" b="0">
                <a:solidFill>
                  <a:srgbClr val="153444"/>
                </a:solidFill>
                <a:latin typeface="Arial"/>
                <a:ea typeface="Arial"/>
                <a:cs typeface="Arial"/>
              </a:defRPr>
            </a:lvl1pPr>
            <a:lvl2pPr algn="l">
              <a:defRPr sz="1875" b="0">
                <a:solidFill>
                  <a:srgbClr val="153444"/>
                </a:solidFill>
                <a:latin typeface="Arial"/>
                <a:ea typeface="Arial"/>
                <a:cs typeface="Arial"/>
              </a:defRPr>
            </a:lvl2pPr>
            <a:lvl3pPr algn="l">
              <a:defRPr sz="1875" b="0">
                <a:solidFill>
                  <a:srgbClr val="153444"/>
                </a:solidFill>
                <a:latin typeface="Arial"/>
                <a:ea typeface="Arial"/>
                <a:cs typeface="Arial"/>
              </a:defRPr>
            </a:lvl3pPr>
            <a:lvl4pPr algn="l">
              <a:defRPr sz="1875" b="0">
                <a:solidFill>
                  <a:srgbClr val="153444"/>
                </a:solidFill>
                <a:latin typeface="Arial"/>
                <a:ea typeface="Arial"/>
                <a:cs typeface="Arial"/>
              </a:defRPr>
            </a:lvl4pPr>
            <a:lvl5pPr algn="l">
              <a:defRPr sz="1875" b="0">
                <a:solidFill>
                  <a:srgbClr val="153444"/>
                </a:solidFill>
                <a:latin typeface="Arial"/>
                <a:ea typeface="Arial"/>
                <a:cs typeface="Arial"/>
              </a:defRPr>
            </a:lvl5pPr>
            <a:lvl6pPr algn="l">
              <a:defRPr sz="1875" b="0">
                <a:solidFill>
                  <a:srgbClr val="153444"/>
                </a:solidFill>
                <a:latin typeface="Arial"/>
                <a:ea typeface="Arial"/>
                <a:cs typeface="Arial"/>
              </a:defRPr>
            </a:lvl6pPr>
            <a:lvl7pPr algn="l">
              <a:defRPr sz="1875" b="0">
                <a:solidFill>
                  <a:srgbClr val="153444"/>
                </a:solidFill>
                <a:latin typeface="Arial"/>
                <a:ea typeface="Arial"/>
                <a:cs typeface="Arial"/>
              </a:defRPr>
            </a:lvl7pPr>
            <a:lvl8pPr algn="l">
              <a:defRPr sz="1875" b="0">
                <a:solidFill>
                  <a:srgbClr val="153444"/>
                </a:solidFill>
                <a:latin typeface="Arial"/>
                <a:ea typeface="Arial"/>
                <a:cs typeface="Arial"/>
              </a:defRPr>
            </a:lvl8pPr>
            <a:lvl9pPr algn="l">
              <a:defRPr sz="1875" b="0">
                <a:solidFill>
                  <a:srgbClr val="153444"/>
                </a:solidFill>
                <a:latin typeface="Arial"/>
                <a:ea typeface="Arial"/>
                <a:cs typeface="Arial"/>
              </a:defRPr>
            </a:lvl9pPr>
          </a:lstStyle>
          <a:p xmlns:a="http://schemas.openxmlformats.org/drawingml/2006/main">
            <a:pPr algn="l">
              <a:buNone/>
              <a:defRPr sz="1875" b="0">
                <a:solidFill>
                  <a:srgbClr val="153444"/>
                </a:solidFill>
                <a:latin typeface="Arial"/>
                <a:ea typeface="Arial"/>
                <a:cs typeface="Arial"/>
              </a:defRPr>
            </a:pPr>
            <a:r>
              <a:rPr sz="1875" b="0">
                <a:solidFill>
                  <a:srgbClr val="153444"/>
                </a:solidFill>
                <a:latin typeface="Arial"/>
                <a:ea typeface="Arial"/>
                <a:cs typeface="Arial"/>
              </a:rPr>
              <a:t>Variables documentadas para revisión de negocio</a:t>
            </a:r>
          </a:p>
        </p:txBody>
      </p:sp>
      <p:sp>
        <p:nvSpPr>
          <p:cNvPr id="12" name="Completitud en muestra sintética. Conservar u">
            <a:extLst xmlns:a="http://schemas.openxmlformats.org/drawingml/2006/main">
              <a:ext uri="{FF2B5EF4-FFF2-40B4-BE49-F238E27FC236}">
                <a16:creationId xmlns:a16="http://schemas.microsoft.com/office/drawing/2014/main" id="{0448C67A-6C1C-4CA3-9BAA-C2E29256600A}"/>
              </a:ext>
            </a:extLst>
          </p:cNvPr>
          <p:cNvSpPr>
            <a:spLocks xmlns:a="http://schemas.openxmlformats.org/drawingml/2006/main" noGrp="1"/>
          </p:cNvSpPr>
          <p:nvPr/>
        </p:nvSpPr>
        <p:spPr>
          <a:xfrm xmlns:a="http://schemas.openxmlformats.org/drawingml/2006/main">
            <a:off x="457200" y="6191250"/>
            <a:ext cx="11277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125" b="0">
                <a:solidFill>
                  <a:srgbClr val="55707D"/>
                </a:solidFill>
                <a:latin typeface="Arial"/>
                <a:ea typeface="Arial"/>
                <a:cs typeface="Arial"/>
              </a:defRPr>
            </a:defPPr>
            <a:lvl1pPr algn="l">
              <a:defRPr sz="1125" b="0">
                <a:solidFill>
                  <a:srgbClr val="55707D"/>
                </a:solidFill>
                <a:latin typeface="Arial"/>
                <a:ea typeface="Arial"/>
                <a:cs typeface="Arial"/>
              </a:defRPr>
            </a:lvl1pPr>
            <a:lvl2pPr algn="l">
              <a:defRPr sz="1125" b="0">
                <a:solidFill>
                  <a:srgbClr val="55707D"/>
                </a:solidFill>
                <a:latin typeface="Arial"/>
                <a:ea typeface="Arial"/>
                <a:cs typeface="Arial"/>
              </a:defRPr>
            </a:lvl2pPr>
            <a:lvl3pPr algn="l">
              <a:defRPr sz="1125" b="0">
                <a:solidFill>
                  <a:srgbClr val="55707D"/>
                </a:solidFill>
                <a:latin typeface="Arial"/>
                <a:ea typeface="Arial"/>
                <a:cs typeface="Arial"/>
              </a:defRPr>
            </a:lvl3pPr>
            <a:lvl4pPr algn="l">
              <a:defRPr sz="1125" b="0">
                <a:solidFill>
                  <a:srgbClr val="55707D"/>
                </a:solidFill>
                <a:latin typeface="Arial"/>
                <a:ea typeface="Arial"/>
                <a:cs typeface="Arial"/>
              </a:defRPr>
            </a:lvl4pPr>
            <a:lvl5pPr algn="l">
              <a:defRPr sz="1125" b="0">
                <a:solidFill>
                  <a:srgbClr val="55707D"/>
                </a:solidFill>
                <a:latin typeface="Arial"/>
                <a:ea typeface="Arial"/>
                <a:cs typeface="Arial"/>
              </a:defRPr>
            </a:lvl5pPr>
            <a:lvl6pPr algn="l">
              <a:defRPr sz="1125" b="0">
                <a:solidFill>
                  <a:srgbClr val="55707D"/>
                </a:solidFill>
                <a:latin typeface="Arial"/>
                <a:ea typeface="Arial"/>
                <a:cs typeface="Arial"/>
              </a:defRPr>
            </a:lvl6pPr>
            <a:lvl7pPr algn="l">
              <a:defRPr sz="1125" b="0">
                <a:solidFill>
                  <a:srgbClr val="55707D"/>
                </a:solidFill>
                <a:latin typeface="Arial"/>
                <a:ea typeface="Arial"/>
                <a:cs typeface="Arial"/>
              </a:defRPr>
            </a:lvl7pPr>
            <a:lvl8pPr algn="l">
              <a:defRPr sz="1125" b="0">
                <a:solidFill>
                  <a:srgbClr val="55707D"/>
                </a:solidFill>
                <a:latin typeface="Arial"/>
                <a:ea typeface="Arial"/>
                <a:cs typeface="Arial"/>
              </a:defRPr>
            </a:lvl8pPr>
            <a:lvl9pPr algn="l">
              <a:defRPr sz="1125" b="0">
                <a:solidFill>
                  <a:srgbClr val="55707D"/>
                </a:solidFill>
                <a:latin typeface="Arial"/>
                <a:ea typeface="Arial"/>
                <a:cs typeface="Arial"/>
              </a:defRPr>
            </a:lvl9pPr>
          </a:lstStyle>
          <a:p xmlns:a="http://schemas.openxmlformats.org/drawingml/2006/main">
            <a:pPr algn="l">
              <a:buNone/>
              <a:defRPr sz="1125" b="0">
                <a:solidFill>
                  <a:srgbClr val="55707D"/>
                </a:solidFill>
                <a:latin typeface="Arial"/>
                <a:ea typeface="Arial"/>
                <a:cs typeface="Arial"/>
              </a:defRPr>
            </a:pPr>
            <a:r>
              <a:rPr sz="1125" b="0">
                <a:solidFill>
                  <a:srgbClr val="55707D"/>
                </a:solidFill>
                <a:latin typeface="Arial"/>
                <a:ea typeface="Arial"/>
                <a:cs typeface="Arial"/>
              </a:rPr>
              <a:t>Completitud en muestra sintética. El valor predictivo se evaluará durante la modelación.</a:t>
            </a:r>
          </a:p>
        </p:txBody>
      </p:sp>
    </p:spTree>
    <p:extLst>
      <p:ext uri="{BB962C8B-B14F-4D97-AF65-F5344CB8AC3E}">
        <p14:creationId xmlns:p14="http://schemas.microsoft.com/office/powerpoint/2010/main" val="1578451911"/>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A9DC9509-BC62-43F0-ACF7-39B154182810}"/>
              </a:ext>
            </a:extLst>
          </p:cNvPr>
          <p:cNvSpPr>
            <a:spLocks xmlns:a="http://schemas.openxmlformats.org/drawingml/2006/main" noGrp="1"/>
          </p:cNvSpPr>
          <p:nvPr/>
        </p:nvSpPr>
        <p:spPr>
          <a:xfrm xmlns:a="http://schemas.openxmlformats.org/drawingml/2006/main">
            <a:off x="0" y="0"/>
            <a:ext cx="12192000" cy="990600"/>
          </a:xfrm>
          <a:prstGeom xmlns:a="http://schemas.openxmlformats.org/drawingml/2006/main" prst="rect">
            <a:avLst/>
          </a:prstGeom>
          <a:solidFill xmlns:a="http://schemas.openxmlformats.org/drawingml/2006/main">
            <a:srgbClr val="104D70"/>
          </a:solidFill>
          <a:ln xmlns:a="http://schemas.openxmlformats.org/drawingml/2006/main" w="0">
            <a:noFill/>
          </a:ln>
        </p:spPr>
      </p:sp>
      <p:sp>
        <p:nvSpPr>
          <p:cNvPr id="2" name="Demostración del incremento">
            <a:extLst xmlns:a="http://schemas.openxmlformats.org/drawingml/2006/main">
              <a:ext uri="{FF2B5EF4-FFF2-40B4-BE49-F238E27FC236}">
                <a16:creationId xmlns:a16="http://schemas.microsoft.com/office/drawing/2014/main" id="{A94AF7DB-8074-4AB9-982A-F416242F0DDC}"/>
              </a:ext>
            </a:extLst>
          </p:cNvPr>
          <p:cNvSpPr>
            <a:spLocks xmlns:a="http://schemas.openxmlformats.org/drawingml/2006/main" noGrp="1"/>
          </p:cNvSpPr>
          <p:nvPr/>
        </p:nvSpPr>
        <p:spPr>
          <a:xfrm xmlns:a="http://schemas.openxmlformats.org/drawingml/2006/main">
            <a:off x="457200" y="276225"/>
            <a:ext cx="11239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850" b="1">
                <a:solidFill>
                  <a:srgbClr val="FFFFFF"/>
                </a:solidFill>
                <a:latin typeface="Arial"/>
                <a:ea typeface="Arial"/>
                <a:cs typeface="Arial"/>
              </a:defRPr>
            </a:defPPr>
            <a:lvl1pPr algn="l">
              <a:defRPr sz="2850" b="1">
                <a:solidFill>
                  <a:srgbClr val="FFFFFF"/>
                </a:solidFill>
                <a:latin typeface="Arial"/>
                <a:ea typeface="Arial"/>
                <a:cs typeface="Arial"/>
              </a:defRPr>
            </a:lvl1pPr>
            <a:lvl2pPr algn="l">
              <a:defRPr sz="2850" b="1">
                <a:solidFill>
                  <a:srgbClr val="FFFFFF"/>
                </a:solidFill>
                <a:latin typeface="Arial"/>
                <a:ea typeface="Arial"/>
                <a:cs typeface="Arial"/>
              </a:defRPr>
            </a:lvl2pPr>
            <a:lvl3pPr algn="l">
              <a:defRPr sz="2850" b="1">
                <a:solidFill>
                  <a:srgbClr val="FFFFFF"/>
                </a:solidFill>
                <a:latin typeface="Arial"/>
                <a:ea typeface="Arial"/>
                <a:cs typeface="Arial"/>
              </a:defRPr>
            </a:lvl3pPr>
            <a:lvl4pPr algn="l">
              <a:defRPr sz="2850" b="1">
                <a:solidFill>
                  <a:srgbClr val="FFFFFF"/>
                </a:solidFill>
                <a:latin typeface="Arial"/>
                <a:ea typeface="Arial"/>
                <a:cs typeface="Arial"/>
              </a:defRPr>
            </a:lvl4pPr>
            <a:lvl5pPr algn="l">
              <a:defRPr sz="2850" b="1">
                <a:solidFill>
                  <a:srgbClr val="FFFFFF"/>
                </a:solidFill>
                <a:latin typeface="Arial"/>
                <a:ea typeface="Arial"/>
                <a:cs typeface="Arial"/>
              </a:defRPr>
            </a:lvl5pPr>
            <a:lvl6pPr algn="l">
              <a:defRPr sz="2850" b="1">
                <a:solidFill>
                  <a:srgbClr val="FFFFFF"/>
                </a:solidFill>
                <a:latin typeface="Arial"/>
                <a:ea typeface="Arial"/>
                <a:cs typeface="Arial"/>
              </a:defRPr>
            </a:lvl6pPr>
            <a:lvl7pPr algn="l">
              <a:defRPr sz="2850" b="1">
                <a:solidFill>
                  <a:srgbClr val="FFFFFF"/>
                </a:solidFill>
                <a:latin typeface="Arial"/>
                <a:ea typeface="Arial"/>
                <a:cs typeface="Arial"/>
              </a:defRPr>
            </a:lvl7pPr>
            <a:lvl8pPr algn="l">
              <a:defRPr sz="2850" b="1">
                <a:solidFill>
                  <a:srgbClr val="FFFFFF"/>
                </a:solidFill>
                <a:latin typeface="Arial"/>
                <a:ea typeface="Arial"/>
                <a:cs typeface="Arial"/>
              </a:defRPr>
            </a:lvl8pPr>
            <a:lvl9pPr algn="l">
              <a:defRPr sz="2850" b="1">
                <a:solidFill>
                  <a:srgbClr val="FFFFFF"/>
                </a:solidFill>
                <a:latin typeface="Arial"/>
                <a:ea typeface="Arial"/>
                <a:cs typeface="Arial"/>
              </a:defRPr>
            </a:lvl9pPr>
          </a:lstStyle>
          <a:p xmlns:a="http://schemas.openxmlformats.org/drawingml/2006/main">
            <a:pPr algn="l">
              <a:buNone/>
              <a:defRPr sz="2850" b="1">
                <a:solidFill>
                  <a:srgbClr val="FFFFFF"/>
                </a:solidFill>
                <a:latin typeface="Arial"/>
                <a:ea typeface="Arial"/>
                <a:cs typeface="Arial"/>
              </a:defRPr>
            </a:pPr>
            <a:r>
              <a:rPr sz="2850" b="1">
                <a:solidFill>
                  <a:srgbClr val="FFFFFF"/>
                </a:solidFill>
                <a:latin typeface="Arial"/>
                <a:ea typeface="Arial"/>
                <a:cs typeface="Arial"/>
              </a:rPr>
              <a:t>Demostración del incremento</a:t>
            </a:r>
          </a:p>
        </p:txBody>
      </p:sp>
      <p:sp>
        <p:nvSpPr>
          <p:cNvPr id="3" name="CORTE 2 · SCRUM + XP">
            <a:extLst xmlns:a="http://schemas.openxmlformats.org/drawingml/2006/main">
              <a:ext uri="{FF2B5EF4-FFF2-40B4-BE49-F238E27FC236}">
                <a16:creationId xmlns:a16="http://schemas.microsoft.com/office/drawing/2014/main" id="{4A41177F-CAF2-402D-9065-CDC13EE2B7A9}"/>
              </a:ext>
            </a:extLst>
          </p:cNvPr>
          <p:cNvSpPr>
            <a:spLocks xmlns:a="http://schemas.openxmlformats.org/drawingml/2006/main" noGrp="1"/>
          </p:cNvSpPr>
          <p:nvPr/>
        </p:nvSpPr>
        <p:spPr>
          <a:xfrm xmlns:a="http://schemas.openxmlformats.org/drawingml/2006/main">
            <a:off x="457200" y="1200150"/>
            <a:ext cx="11191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125" b="1">
                <a:solidFill>
                  <a:srgbClr val="55707D"/>
                </a:solidFill>
                <a:latin typeface="Arial"/>
                <a:ea typeface="Arial"/>
                <a:cs typeface="Arial"/>
              </a:defRPr>
            </a:defPPr>
            <a:lvl1pPr algn="l">
              <a:defRPr sz="1125" b="1">
                <a:solidFill>
                  <a:srgbClr val="55707D"/>
                </a:solidFill>
                <a:latin typeface="Arial"/>
                <a:ea typeface="Arial"/>
                <a:cs typeface="Arial"/>
              </a:defRPr>
            </a:lvl1pPr>
            <a:lvl2pPr algn="l">
              <a:defRPr sz="1125" b="1">
                <a:solidFill>
                  <a:srgbClr val="55707D"/>
                </a:solidFill>
                <a:latin typeface="Arial"/>
                <a:ea typeface="Arial"/>
                <a:cs typeface="Arial"/>
              </a:defRPr>
            </a:lvl2pPr>
            <a:lvl3pPr algn="l">
              <a:defRPr sz="1125" b="1">
                <a:solidFill>
                  <a:srgbClr val="55707D"/>
                </a:solidFill>
                <a:latin typeface="Arial"/>
                <a:ea typeface="Arial"/>
                <a:cs typeface="Arial"/>
              </a:defRPr>
            </a:lvl3pPr>
            <a:lvl4pPr algn="l">
              <a:defRPr sz="1125" b="1">
                <a:solidFill>
                  <a:srgbClr val="55707D"/>
                </a:solidFill>
                <a:latin typeface="Arial"/>
                <a:ea typeface="Arial"/>
                <a:cs typeface="Arial"/>
              </a:defRPr>
            </a:lvl4pPr>
            <a:lvl5pPr algn="l">
              <a:defRPr sz="1125" b="1">
                <a:solidFill>
                  <a:srgbClr val="55707D"/>
                </a:solidFill>
                <a:latin typeface="Arial"/>
                <a:ea typeface="Arial"/>
                <a:cs typeface="Arial"/>
              </a:defRPr>
            </a:lvl5pPr>
            <a:lvl6pPr algn="l">
              <a:defRPr sz="1125" b="1">
                <a:solidFill>
                  <a:srgbClr val="55707D"/>
                </a:solidFill>
                <a:latin typeface="Arial"/>
                <a:ea typeface="Arial"/>
                <a:cs typeface="Arial"/>
              </a:defRPr>
            </a:lvl6pPr>
            <a:lvl7pPr algn="l">
              <a:defRPr sz="1125" b="1">
                <a:solidFill>
                  <a:srgbClr val="55707D"/>
                </a:solidFill>
                <a:latin typeface="Arial"/>
                <a:ea typeface="Arial"/>
                <a:cs typeface="Arial"/>
              </a:defRPr>
            </a:lvl7pPr>
            <a:lvl8pPr algn="l">
              <a:defRPr sz="1125" b="1">
                <a:solidFill>
                  <a:srgbClr val="55707D"/>
                </a:solidFill>
                <a:latin typeface="Arial"/>
                <a:ea typeface="Arial"/>
                <a:cs typeface="Arial"/>
              </a:defRPr>
            </a:lvl8pPr>
            <a:lvl9pPr algn="l">
              <a:defRPr sz="1125" b="1">
                <a:solidFill>
                  <a:srgbClr val="55707D"/>
                </a:solidFill>
                <a:latin typeface="Arial"/>
                <a:ea typeface="Arial"/>
                <a:cs typeface="Arial"/>
              </a:defRPr>
            </a:lvl9pPr>
          </a:lstStyle>
          <a:p xmlns:a="http://schemas.openxmlformats.org/drawingml/2006/main">
            <a:pPr algn="l">
              <a:buNone/>
              <a:defRPr sz="1125" b="1">
                <a:solidFill>
                  <a:srgbClr val="55707D"/>
                </a:solidFill>
                <a:latin typeface="Arial"/>
                <a:ea typeface="Arial"/>
                <a:cs typeface="Arial"/>
              </a:defRPr>
            </a:pPr>
            <a:r>
              <a:rPr sz="1125" b="1">
                <a:solidFill>
                  <a:srgbClr val="55707D"/>
                </a:solidFill>
                <a:latin typeface="Arial"/>
                <a:ea typeface="Arial"/>
                <a:cs typeface="Arial"/>
              </a:rPr>
              <a:t>CORTE 2 · SCRUM + XP</a:t>
            </a:r>
          </a:p>
        </p:txBody>
      </p:sp>
      <p:sp>
        <p:nvSpPr>
          <p:cNvPr id="4" name="">
            <a:extLst xmlns:a="http://schemas.openxmlformats.org/drawingml/2006/main">
              <a:ext uri="{FF2B5EF4-FFF2-40B4-BE49-F238E27FC236}">
                <a16:creationId xmlns:a16="http://schemas.microsoft.com/office/drawing/2014/main" id="{3F6F6F33-11E9-4052-BC14-22F478FE8B83}"/>
              </a:ext>
            </a:extLst>
          </p:cNvPr>
          <p:cNvSpPr>
            <a:spLocks xmlns:a="http://schemas.openxmlformats.org/drawingml/2006/main" noGrp="1"/>
          </p:cNvSpPr>
          <p:nvPr/>
        </p:nvSpPr>
        <p:spPr>
          <a:xfrm xmlns:a="http://schemas.openxmlformats.org/drawingml/2006/main">
            <a:off x="0" y="6543675"/>
            <a:ext cx="12192000" cy="314325"/>
          </a:xfrm>
          <a:prstGeom xmlns:a="http://schemas.openxmlformats.org/drawingml/2006/main" prst="rect">
            <a:avLst/>
          </a:prstGeom>
          <a:solidFill xmlns:a="http://schemas.openxmlformats.org/drawingml/2006/main">
            <a:srgbClr val="104D70"/>
          </a:solidFill>
          <a:ln xmlns:a="http://schemas.openxmlformats.org/drawingml/2006/main" w="0">
            <a:noFill/>
          </a:ln>
        </p:spPr>
      </p:sp>
      <p:sp>
        <p:nvSpPr>
          <p:cNvPr id="5" name="DataForge Consulting · FinBank">
            <a:extLst xmlns:a="http://schemas.openxmlformats.org/drawingml/2006/main">
              <a:ext uri="{FF2B5EF4-FFF2-40B4-BE49-F238E27FC236}">
                <a16:creationId xmlns:a16="http://schemas.microsoft.com/office/drawing/2014/main" id="{FA38070E-9364-470C-AFC7-FA132BC2F9E3}"/>
              </a:ext>
            </a:extLst>
          </p:cNvPr>
          <p:cNvSpPr>
            <a:spLocks xmlns:a="http://schemas.openxmlformats.org/drawingml/2006/main" noGrp="1"/>
          </p:cNvSpPr>
          <p:nvPr/>
        </p:nvSpPr>
        <p:spPr>
          <a:xfrm xmlns:a="http://schemas.openxmlformats.org/drawingml/2006/main">
            <a:off x="457200" y="6619875"/>
            <a:ext cx="5429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050" b="0">
                <a:solidFill>
                  <a:srgbClr val="FFFFFF"/>
                </a:solidFill>
                <a:latin typeface="Arial"/>
                <a:ea typeface="Arial"/>
                <a:cs typeface="Arial"/>
              </a:defRPr>
            </a:defPPr>
            <a:lvl1pPr algn="l">
              <a:defRPr sz="1050" b="0">
                <a:solidFill>
                  <a:srgbClr val="FFFFFF"/>
                </a:solidFill>
                <a:latin typeface="Arial"/>
                <a:ea typeface="Arial"/>
                <a:cs typeface="Arial"/>
              </a:defRPr>
            </a:lvl1pPr>
            <a:lvl2pPr algn="l">
              <a:defRPr sz="1050" b="0">
                <a:solidFill>
                  <a:srgbClr val="FFFFFF"/>
                </a:solidFill>
                <a:latin typeface="Arial"/>
                <a:ea typeface="Arial"/>
                <a:cs typeface="Arial"/>
              </a:defRPr>
            </a:lvl2pPr>
            <a:lvl3pPr algn="l">
              <a:defRPr sz="1050" b="0">
                <a:solidFill>
                  <a:srgbClr val="FFFFFF"/>
                </a:solidFill>
                <a:latin typeface="Arial"/>
                <a:ea typeface="Arial"/>
                <a:cs typeface="Arial"/>
              </a:defRPr>
            </a:lvl3pPr>
            <a:lvl4pPr algn="l">
              <a:defRPr sz="1050" b="0">
                <a:solidFill>
                  <a:srgbClr val="FFFFFF"/>
                </a:solidFill>
                <a:latin typeface="Arial"/>
                <a:ea typeface="Arial"/>
                <a:cs typeface="Arial"/>
              </a:defRPr>
            </a:lvl4pPr>
            <a:lvl5pPr algn="l">
              <a:defRPr sz="1050" b="0">
                <a:solidFill>
                  <a:srgbClr val="FFFFFF"/>
                </a:solidFill>
                <a:latin typeface="Arial"/>
                <a:ea typeface="Arial"/>
                <a:cs typeface="Arial"/>
              </a:defRPr>
            </a:lvl5pPr>
            <a:lvl6pPr algn="l">
              <a:defRPr sz="1050" b="0">
                <a:solidFill>
                  <a:srgbClr val="FFFFFF"/>
                </a:solidFill>
                <a:latin typeface="Arial"/>
                <a:ea typeface="Arial"/>
                <a:cs typeface="Arial"/>
              </a:defRPr>
            </a:lvl6pPr>
            <a:lvl7pPr algn="l">
              <a:defRPr sz="1050" b="0">
                <a:solidFill>
                  <a:srgbClr val="FFFFFF"/>
                </a:solidFill>
                <a:latin typeface="Arial"/>
                <a:ea typeface="Arial"/>
                <a:cs typeface="Arial"/>
              </a:defRPr>
            </a:lvl7pPr>
            <a:lvl8pPr algn="l">
              <a:defRPr sz="1050" b="0">
                <a:solidFill>
                  <a:srgbClr val="FFFFFF"/>
                </a:solidFill>
                <a:latin typeface="Arial"/>
                <a:ea typeface="Arial"/>
                <a:cs typeface="Arial"/>
              </a:defRPr>
            </a:lvl8pPr>
            <a:lvl9pPr algn="l">
              <a:defRPr sz="1050" b="0">
                <a:solidFill>
                  <a:srgbClr val="FFFFFF"/>
                </a:solidFill>
                <a:latin typeface="Arial"/>
                <a:ea typeface="Arial"/>
                <a:cs typeface="Arial"/>
              </a:defRPr>
            </a:lvl9pPr>
          </a:lstStyle>
          <a:p xmlns:a="http://schemas.openxmlformats.org/drawingml/2006/main">
            <a:pPr algn="l">
              <a:buNone/>
              <a:defRPr sz="1050" b="0">
                <a:solidFill>
                  <a:srgbClr val="FFFFFF"/>
                </a:solidFill>
                <a:latin typeface="Arial"/>
                <a:ea typeface="Arial"/>
                <a:cs typeface="Arial"/>
              </a:defRPr>
            </a:pPr>
            <a:r>
              <a:rPr sz="1050" b="0">
                <a:solidFill>
                  <a:srgbClr val="FFFFFF"/>
                </a:solidFill>
                <a:latin typeface="Arial"/>
                <a:ea typeface="Arial"/>
                <a:cs typeface="Arial"/>
              </a:rPr>
              <a:t>DataForge Consulting · FinBank</a:t>
            </a:r>
          </a:p>
        </p:txBody>
      </p:sp>
      <p:sp>
        <p:nvSpPr>
          <p:cNvPr id="6" name="Rafael Baracaldo  |  06">
            <a:extLst xmlns:a="http://schemas.openxmlformats.org/drawingml/2006/main">
              <a:ext uri="{FF2B5EF4-FFF2-40B4-BE49-F238E27FC236}">
                <a16:creationId xmlns:a16="http://schemas.microsoft.com/office/drawing/2014/main" id="{15011A28-51ED-43A4-B698-849DCFF41228}"/>
              </a:ext>
            </a:extLst>
          </p:cNvPr>
          <p:cNvSpPr>
            <a:spLocks xmlns:a="http://schemas.openxmlformats.org/drawingml/2006/main" noGrp="1"/>
          </p:cNvSpPr>
          <p:nvPr/>
        </p:nvSpPr>
        <p:spPr>
          <a:xfrm xmlns:a="http://schemas.openxmlformats.org/drawingml/2006/main">
            <a:off x="7048500" y="6619875"/>
            <a:ext cx="466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r">
              <a:defRPr sz="1050" b="0">
                <a:solidFill>
                  <a:srgbClr val="FFFFFF"/>
                </a:solidFill>
                <a:latin typeface="Arial"/>
                <a:ea typeface="Arial"/>
                <a:cs typeface="Arial"/>
              </a:defRPr>
            </a:defPPr>
            <a:lvl1pPr algn="r">
              <a:defRPr sz="1050" b="0">
                <a:solidFill>
                  <a:srgbClr val="FFFFFF"/>
                </a:solidFill>
                <a:latin typeface="Arial"/>
                <a:ea typeface="Arial"/>
                <a:cs typeface="Arial"/>
              </a:defRPr>
            </a:lvl1pPr>
            <a:lvl2pPr algn="r">
              <a:defRPr sz="1050" b="0">
                <a:solidFill>
                  <a:srgbClr val="FFFFFF"/>
                </a:solidFill>
                <a:latin typeface="Arial"/>
                <a:ea typeface="Arial"/>
                <a:cs typeface="Arial"/>
              </a:defRPr>
            </a:lvl2pPr>
            <a:lvl3pPr algn="r">
              <a:defRPr sz="1050" b="0">
                <a:solidFill>
                  <a:srgbClr val="FFFFFF"/>
                </a:solidFill>
                <a:latin typeface="Arial"/>
                <a:ea typeface="Arial"/>
                <a:cs typeface="Arial"/>
              </a:defRPr>
            </a:lvl3pPr>
            <a:lvl4pPr algn="r">
              <a:defRPr sz="1050" b="0">
                <a:solidFill>
                  <a:srgbClr val="FFFFFF"/>
                </a:solidFill>
                <a:latin typeface="Arial"/>
                <a:ea typeface="Arial"/>
                <a:cs typeface="Arial"/>
              </a:defRPr>
            </a:lvl4pPr>
            <a:lvl5pPr algn="r">
              <a:defRPr sz="1050" b="0">
                <a:solidFill>
                  <a:srgbClr val="FFFFFF"/>
                </a:solidFill>
                <a:latin typeface="Arial"/>
                <a:ea typeface="Arial"/>
                <a:cs typeface="Arial"/>
              </a:defRPr>
            </a:lvl5pPr>
            <a:lvl6pPr algn="r">
              <a:defRPr sz="1050" b="0">
                <a:solidFill>
                  <a:srgbClr val="FFFFFF"/>
                </a:solidFill>
                <a:latin typeface="Arial"/>
                <a:ea typeface="Arial"/>
                <a:cs typeface="Arial"/>
              </a:defRPr>
            </a:lvl6pPr>
            <a:lvl7pPr algn="r">
              <a:defRPr sz="1050" b="0">
                <a:solidFill>
                  <a:srgbClr val="FFFFFF"/>
                </a:solidFill>
                <a:latin typeface="Arial"/>
                <a:ea typeface="Arial"/>
                <a:cs typeface="Arial"/>
              </a:defRPr>
            </a:lvl7pPr>
            <a:lvl8pPr algn="r">
              <a:defRPr sz="1050" b="0">
                <a:solidFill>
                  <a:srgbClr val="FFFFFF"/>
                </a:solidFill>
                <a:latin typeface="Arial"/>
                <a:ea typeface="Arial"/>
                <a:cs typeface="Arial"/>
              </a:defRPr>
            </a:lvl8pPr>
            <a:lvl9pPr algn="r">
              <a:defRPr sz="1050" b="0">
                <a:solidFill>
                  <a:srgbClr val="FFFFFF"/>
                </a:solidFill>
                <a:latin typeface="Arial"/>
                <a:ea typeface="Arial"/>
                <a:cs typeface="Arial"/>
              </a:defRPr>
            </a:lvl9pPr>
          </a:lstStyle>
          <a:p xmlns:a="http://schemas.openxmlformats.org/drawingml/2006/main">
            <a:pPr algn="r">
              <a:buNone/>
              <a:defRPr sz="1050" b="0">
                <a:solidFill>
                  <a:srgbClr val="FFFFFF"/>
                </a:solidFill>
                <a:latin typeface="Arial"/>
                <a:ea typeface="Arial"/>
                <a:cs typeface="Arial"/>
              </a:defRPr>
            </a:pPr>
            <a:r>
              <a:rPr sz="1050" b="0">
                <a:solidFill>
                  <a:srgbClr val="FFFFFF"/>
                </a:solidFill>
                <a:latin typeface="Arial"/>
                <a:ea typeface="Arial"/>
                <a:cs typeface="Arial"/>
              </a:rPr>
              <a:t>Rafael Baracaldo  |  06</a:t>
            </a:r>
          </a:p>
        </p:txBody>
      </p:sp>
      <p:sp>
        <p:nvSpPr>
          <p:cNvPr id="7" name="16 / 16">
            <a:extLst xmlns:a="http://schemas.openxmlformats.org/drawingml/2006/main">
              <a:ext uri="{FF2B5EF4-FFF2-40B4-BE49-F238E27FC236}">
                <a16:creationId xmlns:a16="http://schemas.microsoft.com/office/drawing/2014/main" id="{6E171AA1-F229-477B-9E85-A6BA7063C154}"/>
              </a:ext>
            </a:extLst>
          </p:cNvPr>
          <p:cNvSpPr>
            <a:spLocks xmlns:a="http://schemas.openxmlformats.org/drawingml/2006/main" noGrp="1"/>
          </p:cNvSpPr>
          <p:nvPr/>
        </p:nvSpPr>
        <p:spPr>
          <a:xfrm xmlns:a="http://schemas.openxmlformats.org/drawingml/2006/main">
            <a:off x="457200" y="1714500"/>
            <a:ext cx="4762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6300" b="1">
                <a:solidFill>
                  <a:srgbClr val="10998D"/>
                </a:solidFill>
                <a:latin typeface="Arial"/>
                <a:ea typeface="Arial"/>
                <a:cs typeface="Arial"/>
              </a:defRPr>
            </a:defPPr>
            <a:lvl1pPr algn="l">
              <a:defRPr sz="6300" b="1">
                <a:solidFill>
                  <a:srgbClr val="10998D"/>
                </a:solidFill>
                <a:latin typeface="Arial"/>
                <a:ea typeface="Arial"/>
                <a:cs typeface="Arial"/>
              </a:defRPr>
            </a:lvl1pPr>
            <a:lvl2pPr algn="l">
              <a:defRPr sz="6300" b="1">
                <a:solidFill>
                  <a:srgbClr val="10998D"/>
                </a:solidFill>
                <a:latin typeface="Arial"/>
                <a:ea typeface="Arial"/>
                <a:cs typeface="Arial"/>
              </a:defRPr>
            </a:lvl2pPr>
            <a:lvl3pPr algn="l">
              <a:defRPr sz="6300" b="1">
                <a:solidFill>
                  <a:srgbClr val="10998D"/>
                </a:solidFill>
                <a:latin typeface="Arial"/>
                <a:ea typeface="Arial"/>
                <a:cs typeface="Arial"/>
              </a:defRPr>
            </a:lvl3pPr>
            <a:lvl4pPr algn="l">
              <a:defRPr sz="6300" b="1">
                <a:solidFill>
                  <a:srgbClr val="10998D"/>
                </a:solidFill>
                <a:latin typeface="Arial"/>
                <a:ea typeface="Arial"/>
                <a:cs typeface="Arial"/>
              </a:defRPr>
            </a:lvl4pPr>
            <a:lvl5pPr algn="l">
              <a:defRPr sz="6300" b="1">
                <a:solidFill>
                  <a:srgbClr val="10998D"/>
                </a:solidFill>
                <a:latin typeface="Arial"/>
                <a:ea typeface="Arial"/>
                <a:cs typeface="Arial"/>
              </a:defRPr>
            </a:lvl5pPr>
            <a:lvl6pPr algn="l">
              <a:defRPr sz="6300" b="1">
                <a:solidFill>
                  <a:srgbClr val="10998D"/>
                </a:solidFill>
                <a:latin typeface="Arial"/>
                <a:ea typeface="Arial"/>
                <a:cs typeface="Arial"/>
              </a:defRPr>
            </a:lvl6pPr>
            <a:lvl7pPr algn="l">
              <a:defRPr sz="6300" b="1">
                <a:solidFill>
                  <a:srgbClr val="10998D"/>
                </a:solidFill>
                <a:latin typeface="Arial"/>
                <a:ea typeface="Arial"/>
                <a:cs typeface="Arial"/>
              </a:defRPr>
            </a:lvl7pPr>
            <a:lvl8pPr algn="l">
              <a:defRPr sz="6300" b="1">
                <a:solidFill>
                  <a:srgbClr val="10998D"/>
                </a:solidFill>
                <a:latin typeface="Arial"/>
                <a:ea typeface="Arial"/>
                <a:cs typeface="Arial"/>
              </a:defRPr>
            </a:lvl8pPr>
            <a:lvl9pPr algn="l">
              <a:defRPr sz="6300" b="1">
                <a:solidFill>
                  <a:srgbClr val="10998D"/>
                </a:solidFill>
                <a:latin typeface="Arial"/>
                <a:ea typeface="Arial"/>
                <a:cs typeface="Arial"/>
              </a:defRPr>
            </a:lvl9pPr>
          </a:lstStyle>
          <a:p xmlns:a="http://schemas.openxmlformats.org/drawingml/2006/main">
            <a:pPr algn="l">
              <a:buNone/>
              <a:defRPr sz="6300" b="1">
                <a:solidFill>
                  <a:srgbClr val="10998D"/>
                </a:solidFill>
                <a:latin typeface="Arial"/>
                <a:ea typeface="Arial"/>
                <a:cs typeface="Arial"/>
              </a:defRPr>
            </a:pPr>
            <a:r>
              <a:rPr sz="6300" b="1">
                <a:solidFill>
                  <a:srgbClr val="10998D"/>
                </a:solidFill>
                <a:latin typeface="Arial"/>
                <a:ea typeface="Arial"/>
                <a:cs typeface="Arial"/>
              </a:rPr>
              <a:t>16 / 16</a:t>
            </a:r>
          </a:p>
        </p:txBody>
      </p:sp>
      <p:sp>
        <p:nvSpPr>
          <p:cNvPr id="8" name="Pruebas automáticas exitosas">
            <a:extLst xmlns:a="http://schemas.openxmlformats.org/drawingml/2006/main">
              <a:ext uri="{FF2B5EF4-FFF2-40B4-BE49-F238E27FC236}">
                <a16:creationId xmlns:a16="http://schemas.microsoft.com/office/drawing/2014/main" id="{AAFAB1B9-EE47-45D9-BC1D-341937A58E70}"/>
              </a:ext>
            </a:extLst>
          </p:cNvPr>
          <p:cNvSpPr>
            <a:spLocks xmlns:a="http://schemas.openxmlformats.org/drawingml/2006/main" noGrp="1"/>
          </p:cNvSpPr>
          <p:nvPr/>
        </p:nvSpPr>
        <p:spPr>
          <a:xfrm xmlns:a="http://schemas.openxmlformats.org/drawingml/2006/main">
            <a:off x="457200" y="2714625"/>
            <a:ext cx="4953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400" b="1">
                <a:solidFill>
                  <a:srgbClr val="104D70"/>
                </a:solidFill>
                <a:latin typeface="Arial"/>
                <a:ea typeface="Arial"/>
                <a:cs typeface="Arial"/>
              </a:defRPr>
            </a:defPPr>
            <a:lvl1pPr algn="l">
              <a:defRPr sz="2400" b="1">
                <a:solidFill>
                  <a:srgbClr val="104D70"/>
                </a:solidFill>
                <a:latin typeface="Arial"/>
                <a:ea typeface="Arial"/>
                <a:cs typeface="Arial"/>
              </a:defRPr>
            </a:lvl1pPr>
            <a:lvl2pPr algn="l">
              <a:defRPr sz="2400" b="1">
                <a:solidFill>
                  <a:srgbClr val="104D70"/>
                </a:solidFill>
                <a:latin typeface="Arial"/>
                <a:ea typeface="Arial"/>
                <a:cs typeface="Arial"/>
              </a:defRPr>
            </a:lvl2pPr>
            <a:lvl3pPr algn="l">
              <a:defRPr sz="2400" b="1">
                <a:solidFill>
                  <a:srgbClr val="104D70"/>
                </a:solidFill>
                <a:latin typeface="Arial"/>
                <a:ea typeface="Arial"/>
                <a:cs typeface="Arial"/>
              </a:defRPr>
            </a:lvl3pPr>
            <a:lvl4pPr algn="l">
              <a:defRPr sz="2400" b="1">
                <a:solidFill>
                  <a:srgbClr val="104D70"/>
                </a:solidFill>
                <a:latin typeface="Arial"/>
                <a:ea typeface="Arial"/>
                <a:cs typeface="Arial"/>
              </a:defRPr>
            </a:lvl4pPr>
            <a:lvl5pPr algn="l">
              <a:defRPr sz="2400" b="1">
                <a:solidFill>
                  <a:srgbClr val="104D70"/>
                </a:solidFill>
                <a:latin typeface="Arial"/>
                <a:ea typeface="Arial"/>
                <a:cs typeface="Arial"/>
              </a:defRPr>
            </a:lvl5pPr>
            <a:lvl6pPr algn="l">
              <a:defRPr sz="2400" b="1">
                <a:solidFill>
                  <a:srgbClr val="104D70"/>
                </a:solidFill>
                <a:latin typeface="Arial"/>
                <a:ea typeface="Arial"/>
                <a:cs typeface="Arial"/>
              </a:defRPr>
            </a:lvl6pPr>
            <a:lvl7pPr algn="l">
              <a:defRPr sz="2400" b="1">
                <a:solidFill>
                  <a:srgbClr val="104D70"/>
                </a:solidFill>
                <a:latin typeface="Arial"/>
                <a:ea typeface="Arial"/>
                <a:cs typeface="Arial"/>
              </a:defRPr>
            </a:lvl7pPr>
            <a:lvl8pPr algn="l">
              <a:defRPr sz="2400" b="1">
                <a:solidFill>
                  <a:srgbClr val="104D70"/>
                </a:solidFill>
                <a:latin typeface="Arial"/>
                <a:ea typeface="Arial"/>
                <a:cs typeface="Arial"/>
              </a:defRPr>
            </a:lvl8pPr>
            <a:lvl9pPr algn="l">
              <a:defRPr sz="2400" b="1">
                <a:solidFill>
                  <a:srgbClr val="104D70"/>
                </a:solidFill>
                <a:latin typeface="Arial"/>
                <a:ea typeface="Arial"/>
                <a:cs typeface="Arial"/>
              </a:defRPr>
            </a:lvl9pPr>
          </a:lstStyle>
          <a:p xmlns:a="http://schemas.openxmlformats.org/drawingml/2006/main">
            <a:pPr algn="l">
              <a:buNone/>
              <a:defRPr sz="2400" b="1">
                <a:solidFill>
                  <a:srgbClr val="104D70"/>
                </a:solidFill>
                <a:latin typeface="Arial"/>
                <a:ea typeface="Arial"/>
                <a:cs typeface="Arial"/>
              </a:defRPr>
            </a:pPr>
            <a:r>
              <a:rPr sz="2400" b="1">
                <a:solidFill>
                  <a:srgbClr val="104D70"/>
                </a:solidFill>
                <a:latin typeface="Arial"/>
                <a:ea typeface="Arial"/>
                <a:cs typeface="Arial"/>
              </a:rPr>
              <a:t>Pruebas automáticas exitosas</a:t>
            </a:r>
          </a:p>
        </p:txBody>
      </p:sp>
      <p:sp>
        <p:nvSpPr>
          <p:cNvPr id="9" name="1   Ejecutar el pipeline&#10;2   Mostrar calidad ">
            <a:extLst xmlns:a="http://schemas.openxmlformats.org/drawingml/2006/main">
              <a:ext uri="{FF2B5EF4-FFF2-40B4-BE49-F238E27FC236}">
                <a16:creationId xmlns:a16="http://schemas.microsoft.com/office/drawing/2014/main" id="{FF4EBAF1-6AF5-4F00-ABE2-90E7A2BFFEE8}"/>
              </a:ext>
            </a:extLst>
          </p:cNvPr>
          <p:cNvSpPr>
            <a:spLocks xmlns:a="http://schemas.openxmlformats.org/drawingml/2006/main" noGrp="1"/>
          </p:cNvSpPr>
          <p:nvPr/>
        </p:nvSpPr>
        <p:spPr>
          <a:xfrm xmlns:a="http://schemas.openxmlformats.org/drawingml/2006/main">
            <a:off x="457200" y="3810000"/>
            <a:ext cx="5095875"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175" b="0">
                <a:solidFill>
                  <a:srgbClr val="153444"/>
                </a:solidFill>
                <a:latin typeface="Arial"/>
                <a:ea typeface="Arial"/>
                <a:cs typeface="Arial"/>
              </a:defRPr>
            </a:defPPr>
            <a:lvl1pPr algn="l">
              <a:defRPr sz="2175" b="0">
                <a:solidFill>
                  <a:srgbClr val="153444"/>
                </a:solidFill>
                <a:latin typeface="Arial"/>
                <a:ea typeface="Arial"/>
                <a:cs typeface="Arial"/>
              </a:defRPr>
            </a:lvl1pPr>
            <a:lvl2pPr algn="l">
              <a:defRPr sz="2175" b="0">
                <a:solidFill>
                  <a:srgbClr val="153444"/>
                </a:solidFill>
                <a:latin typeface="Arial"/>
                <a:ea typeface="Arial"/>
                <a:cs typeface="Arial"/>
              </a:defRPr>
            </a:lvl2pPr>
            <a:lvl3pPr algn="l">
              <a:defRPr sz="2175" b="0">
                <a:solidFill>
                  <a:srgbClr val="153444"/>
                </a:solidFill>
                <a:latin typeface="Arial"/>
                <a:ea typeface="Arial"/>
                <a:cs typeface="Arial"/>
              </a:defRPr>
            </a:lvl3pPr>
            <a:lvl4pPr algn="l">
              <a:defRPr sz="2175" b="0">
                <a:solidFill>
                  <a:srgbClr val="153444"/>
                </a:solidFill>
                <a:latin typeface="Arial"/>
                <a:ea typeface="Arial"/>
                <a:cs typeface="Arial"/>
              </a:defRPr>
            </a:lvl4pPr>
            <a:lvl5pPr algn="l">
              <a:defRPr sz="2175" b="0">
                <a:solidFill>
                  <a:srgbClr val="153444"/>
                </a:solidFill>
                <a:latin typeface="Arial"/>
                <a:ea typeface="Arial"/>
                <a:cs typeface="Arial"/>
              </a:defRPr>
            </a:lvl5pPr>
            <a:lvl6pPr algn="l">
              <a:defRPr sz="2175" b="0">
                <a:solidFill>
                  <a:srgbClr val="153444"/>
                </a:solidFill>
                <a:latin typeface="Arial"/>
                <a:ea typeface="Arial"/>
                <a:cs typeface="Arial"/>
              </a:defRPr>
            </a:lvl6pPr>
            <a:lvl7pPr algn="l">
              <a:defRPr sz="2175" b="0">
                <a:solidFill>
                  <a:srgbClr val="153444"/>
                </a:solidFill>
                <a:latin typeface="Arial"/>
                <a:ea typeface="Arial"/>
                <a:cs typeface="Arial"/>
              </a:defRPr>
            </a:lvl7pPr>
            <a:lvl8pPr algn="l">
              <a:defRPr sz="2175" b="0">
                <a:solidFill>
                  <a:srgbClr val="153444"/>
                </a:solidFill>
                <a:latin typeface="Arial"/>
                <a:ea typeface="Arial"/>
                <a:cs typeface="Arial"/>
              </a:defRPr>
            </a:lvl8pPr>
            <a:lvl9pPr algn="l">
              <a:defRPr sz="2175" b="0">
                <a:solidFill>
                  <a:srgbClr val="153444"/>
                </a:solidFill>
                <a:latin typeface="Arial"/>
                <a:ea typeface="Arial"/>
                <a:cs typeface="Arial"/>
              </a:defRPr>
            </a:lvl9pPr>
          </a:lstStyle>
          <a:p xmlns:a="http://schemas.openxmlformats.org/drawingml/2006/main">
            <a:pPr algn="l">
              <a:buNone/>
              <a:defRPr sz="2175" b="0">
                <a:solidFill>
                  <a:srgbClr val="153444"/>
                </a:solidFill>
                <a:latin typeface="Arial"/>
                <a:ea typeface="Arial"/>
                <a:cs typeface="Arial"/>
              </a:defRPr>
            </a:pPr>
            <a:r>
              <a:rPr sz="2175" b="0">
                <a:solidFill>
                  <a:srgbClr val="153444"/>
                </a:solidFill>
                <a:latin typeface="Arial"/>
                <a:ea typeface="Arial"/>
                <a:cs typeface="Arial"/>
              </a:rPr>
              <a:t>1   Ejecutar el pipeline</a:t>
            </a:r>
          </a:p>
          <a:p xmlns:a="http://schemas.openxmlformats.org/drawingml/2006/main">
            <a:pPr algn="l">
              <a:buNone/>
              <a:defRPr sz="2175" b="0">
                <a:solidFill>
                  <a:srgbClr val="153444"/>
                </a:solidFill>
                <a:latin typeface="Arial"/>
                <a:ea typeface="Arial"/>
                <a:cs typeface="Arial"/>
              </a:defRPr>
            </a:pPr>
            <a:r>
              <a:rPr sz="2175" b="0">
                <a:solidFill>
                  <a:srgbClr val="153444"/>
                </a:solidFill>
                <a:latin typeface="Arial"/>
                <a:ea typeface="Arial"/>
                <a:cs typeface="Arial"/>
              </a:rPr>
              <a:t>2   Mostrar calidad y diccionario</a:t>
            </a:r>
          </a:p>
          <a:p xmlns:a="http://schemas.openxmlformats.org/drawingml/2006/main">
            <a:pPr algn="l">
              <a:buNone/>
              <a:defRPr sz="2175" b="0">
                <a:solidFill>
                  <a:srgbClr val="153444"/>
                </a:solidFill>
                <a:latin typeface="Arial"/>
                <a:ea typeface="Arial"/>
                <a:cs typeface="Arial"/>
              </a:defRPr>
            </a:pPr>
            <a:r>
              <a:rPr sz="2175" b="0">
                <a:solidFill>
                  <a:srgbClr val="153444"/>
                </a:solidFill>
                <a:latin typeface="Arial"/>
                <a:ea typeface="Arial"/>
                <a:cs typeface="Arial"/>
              </a:rPr>
              <a:t>3   Rechazar una entrada inválida</a:t>
            </a:r>
          </a:p>
        </p:txBody>
      </p:sp>
      <p:pic>
        <p:nvPicPr>
          <p:cNvPr id="10" name="">
            <a:extLst xmlns:a="http://schemas.openxmlformats.org/drawingml/2006/main">
              <a:ext uri="{FF2B5EF4-FFF2-40B4-BE49-F238E27FC236}">
                <a16:creationId xmlns:a16="http://schemas.microsoft.com/office/drawing/2014/main" id="{3171642F-398E-41EB-A1DA-EDFA6B37A867}"/>
              </a:ext>
            </a:extLst>
          </p:cNvPr>
          <p:cNvPicPr>
            <a:picLocks xmlns:a="http://schemas.openxmlformats.org/drawingml/2006/main" noChangeAspect="1"/>
          </p:cNvPicPr>
          <p:nvPr/>
        </p:nvPicPr>
        <p:blipFill>
          <a:blip xmlns:r="http://schemas.openxmlformats.org/officeDocument/2006/relationships" xmlns:a="http://schemas.openxmlformats.org/drawingml/2006/main" r:embed="R7989bd808e594a8f"/>
          <a:srcRect xmlns:a="http://schemas.openxmlformats.org/drawingml/2006/main" l="0" t="0" r="0" b="0"/>
          <a:stretch xmlns:a="http://schemas.openxmlformats.org/drawingml/2006/main"/>
        </p:blipFill>
        <p:spPr>
          <a:xfrm xmlns:a="http://schemas.openxmlformats.org/drawingml/2006/main">
            <a:off x="5715000" y="2143125"/>
            <a:ext cx="6000750" cy="3377497"/>
          </a:xfrm>
          <a:prstGeom xmlns:a="http://schemas.openxmlformats.org/drawingml/2006/main" prst="rect">
            <a:avLst/>
          </a:prstGeom>
        </p:spPr>
      </p:pic>
      <p:sp>
        <p:nvSpPr>
          <p:cNvPr id="11" name="CI exitosa en la rama funcional del PR #6. La">
            <a:extLst xmlns:a="http://schemas.openxmlformats.org/drawingml/2006/main">
              <a:ext uri="{FF2B5EF4-FFF2-40B4-BE49-F238E27FC236}">
                <a16:creationId xmlns:a16="http://schemas.microsoft.com/office/drawing/2014/main" id="{43A9360E-56AF-4058-8E0C-9D7BAD0A3D35}"/>
              </a:ext>
            </a:extLst>
          </p:cNvPr>
          <p:cNvSpPr>
            <a:spLocks xmlns:a="http://schemas.openxmlformats.org/drawingml/2006/main" noGrp="1"/>
          </p:cNvSpPr>
          <p:nvPr/>
        </p:nvSpPr>
        <p:spPr>
          <a:xfrm xmlns:a="http://schemas.openxmlformats.org/drawingml/2006/main">
            <a:off x="457200" y="6191250"/>
            <a:ext cx="11277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125" b="0">
                <a:solidFill>
                  <a:srgbClr val="55707D"/>
                </a:solidFill>
                <a:latin typeface="Arial"/>
                <a:ea typeface="Arial"/>
                <a:cs typeface="Arial"/>
              </a:defRPr>
            </a:defPPr>
            <a:lvl1pPr algn="l">
              <a:defRPr sz="1125" b="0">
                <a:solidFill>
                  <a:srgbClr val="55707D"/>
                </a:solidFill>
                <a:latin typeface="Arial"/>
                <a:ea typeface="Arial"/>
                <a:cs typeface="Arial"/>
              </a:defRPr>
            </a:lvl1pPr>
            <a:lvl2pPr algn="l">
              <a:defRPr sz="1125" b="0">
                <a:solidFill>
                  <a:srgbClr val="55707D"/>
                </a:solidFill>
                <a:latin typeface="Arial"/>
                <a:ea typeface="Arial"/>
                <a:cs typeface="Arial"/>
              </a:defRPr>
            </a:lvl2pPr>
            <a:lvl3pPr algn="l">
              <a:defRPr sz="1125" b="0">
                <a:solidFill>
                  <a:srgbClr val="55707D"/>
                </a:solidFill>
                <a:latin typeface="Arial"/>
                <a:ea typeface="Arial"/>
                <a:cs typeface="Arial"/>
              </a:defRPr>
            </a:lvl3pPr>
            <a:lvl4pPr algn="l">
              <a:defRPr sz="1125" b="0">
                <a:solidFill>
                  <a:srgbClr val="55707D"/>
                </a:solidFill>
                <a:latin typeface="Arial"/>
                <a:ea typeface="Arial"/>
                <a:cs typeface="Arial"/>
              </a:defRPr>
            </a:lvl4pPr>
            <a:lvl5pPr algn="l">
              <a:defRPr sz="1125" b="0">
                <a:solidFill>
                  <a:srgbClr val="55707D"/>
                </a:solidFill>
                <a:latin typeface="Arial"/>
                <a:ea typeface="Arial"/>
                <a:cs typeface="Arial"/>
              </a:defRPr>
            </a:lvl5pPr>
            <a:lvl6pPr algn="l">
              <a:defRPr sz="1125" b="0">
                <a:solidFill>
                  <a:srgbClr val="55707D"/>
                </a:solidFill>
                <a:latin typeface="Arial"/>
                <a:ea typeface="Arial"/>
                <a:cs typeface="Arial"/>
              </a:defRPr>
            </a:lvl6pPr>
            <a:lvl7pPr algn="l">
              <a:defRPr sz="1125" b="0">
                <a:solidFill>
                  <a:srgbClr val="55707D"/>
                </a:solidFill>
                <a:latin typeface="Arial"/>
                <a:ea typeface="Arial"/>
                <a:cs typeface="Arial"/>
              </a:defRPr>
            </a:lvl7pPr>
            <a:lvl8pPr algn="l">
              <a:defRPr sz="1125" b="0">
                <a:solidFill>
                  <a:srgbClr val="55707D"/>
                </a:solidFill>
                <a:latin typeface="Arial"/>
                <a:ea typeface="Arial"/>
                <a:cs typeface="Arial"/>
              </a:defRPr>
            </a:lvl8pPr>
            <a:lvl9pPr algn="l">
              <a:defRPr sz="1125" b="0">
                <a:solidFill>
                  <a:srgbClr val="55707D"/>
                </a:solidFill>
                <a:latin typeface="Arial"/>
                <a:ea typeface="Arial"/>
                <a:cs typeface="Arial"/>
              </a:defRPr>
            </a:lvl9pPr>
          </a:lstStyle>
          <a:p xmlns:a="http://schemas.openxmlformats.org/drawingml/2006/main">
            <a:pPr algn="l">
              <a:buNone/>
              <a:defRPr sz="1125" b="0">
                <a:solidFill>
                  <a:srgbClr val="55707D"/>
                </a:solidFill>
                <a:latin typeface="Arial"/>
                <a:ea typeface="Arial"/>
                <a:cs typeface="Arial"/>
              </a:defRPr>
            </a:pPr>
            <a:r>
              <a:rPr sz="1125" b="0">
                <a:solidFill>
                  <a:srgbClr val="55707D"/>
                </a:solidFill>
                <a:latin typeface="Arial"/>
                <a:ea typeface="Arial"/>
                <a:cs typeface="Arial"/>
              </a:rPr>
              <a:t>Main: PR #8 integrado y CI exitoso. Evidencia: docs/evidence/github_ci_main.jpg.</a:t>
            </a:r>
          </a:p>
        </p:txBody>
      </p:sp>
    </p:spTree>
    <p:extLst>
      <p:ext uri="{BB962C8B-B14F-4D97-AF65-F5344CB8AC3E}">
        <p14:creationId xmlns:p14="http://schemas.microsoft.com/office/powerpoint/2010/main" val="284558405"/>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4" name="">
            <a:extLst xmlns:a="http://schemas.openxmlformats.org/drawingml/2006/main">
              <a:ext uri="{FF2B5EF4-FFF2-40B4-BE49-F238E27FC236}">
                <a16:creationId xmlns:a16="http://schemas.microsoft.com/office/drawing/2014/main" id="{042DD45A-4F9F-4E12-9D49-653B2A3D7265}"/>
              </a:ext>
            </a:extLst>
          </p:cNvPr>
          <p:cNvCxnSpPr>
            <a:stCxn xmlns:a="http://schemas.openxmlformats.org/drawingml/2006/main" id="9" idx="3"/>
            <a:endCxn xmlns:a="http://schemas.openxmlformats.org/drawingml/2006/main" id="11" idx="1"/>
          </p:cNvCxnSpPr>
          <p:nvPr/>
        </p:nvCxnSpPr>
        <p:spPr>
          <a:xfrm xmlns:a="http://schemas.openxmlformats.org/drawingml/2006/main">
            <a:off x="7572375" y="2914650"/>
            <a:ext cx="1114425" cy="0"/>
          </a:xfrm>
          <a:prstGeom xmlns:a="http://schemas.openxmlformats.org/drawingml/2006/main" prst="straightConnector1">
            <a:avLst/>
          </a:prstGeom>
          <a:ln xmlns:a="http://schemas.openxmlformats.org/drawingml/2006/main" w="28575">
            <a:solidFill>
              <a:srgbClr val="0088C3"/>
            </a:solidFill>
            <a:tailEnd type="triangle" w="med" len="med"/>
          </a:ln>
        </p:spPr>
      </p:cxnSp>
      <p:cxnSp>
        <p:nvCxnSpPr>
          <p:cNvPr id="13" name="">
            <a:extLst xmlns:a="http://schemas.openxmlformats.org/drawingml/2006/main">
              <a:ext uri="{FF2B5EF4-FFF2-40B4-BE49-F238E27FC236}">
                <a16:creationId xmlns:a16="http://schemas.microsoft.com/office/drawing/2014/main" id="{8F6AAD57-F84A-4425-9079-2371101E56AB}"/>
              </a:ext>
            </a:extLst>
          </p:cNvPr>
          <p:cNvCxnSpPr>
            <a:stCxn xmlns:a="http://schemas.openxmlformats.org/drawingml/2006/main" id="7" idx="3"/>
            <a:endCxn xmlns:a="http://schemas.openxmlformats.org/drawingml/2006/main" id="9" idx="1"/>
          </p:cNvCxnSpPr>
          <p:nvPr/>
        </p:nvCxnSpPr>
        <p:spPr>
          <a:xfrm xmlns:a="http://schemas.openxmlformats.org/drawingml/2006/main">
            <a:off x="3457575" y="2914650"/>
            <a:ext cx="1114425" cy="0"/>
          </a:xfrm>
          <a:prstGeom xmlns:a="http://schemas.openxmlformats.org/drawingml/2006/main" prst="straightConnector1">
            <a:avLst/>
          </a:prstGeom>
          <a:ln xmlns:a="http://schemas.openxmlformats.org/drawingml/2006/main" w="28575">
            <a:solidFill>
              <a:srgbClr val="0088C3"/>
            </a:solidFill>
            <a:tailEnd type="triangle" w="med" len="med"/>
          </a:ln>
        </p:spPr>
      </p:cxnSp>
      <p:sp>
        <p:nvSpPr>
          <p:cNvPr id="19" name="">
            <a:extLst xmlns:a="http://schemas.openxmlformats.org/drawingml/2006/main">
              <a:ext uri="{FF2B5EF4-FFF2-40B4-BE49-F238E27FC236}">
                <a16:creationId xmlns:a16="http://schemas.microsoft.com/office/drawing/2014/main" id="{40EC22A1-44C9-46D9-B18A-9F4CFF5937D0}"/>
              </a:ext>
            </a:extLst>
          </p:cNvPr>
          <p:cNvSpPr>
            <a:spLocks xmlns:a="http://schemas.openxmlformats.org/drawingml/2006/main" noGrp="1"/>
          </p:cNvSpPr>
          <p:nvPr/>
        </p:nvSpPr>
        <p:spPr>
          <a:xfrm xmlns:a="http://schemas.openxmlformats.org/drawingml/2006/main">
            <a:off x="0" y="0"/>
            <a:ext cx="12192000" cy="990600"/>
          </a:xfrm>
          <a:prstGeom xmlns:a="http://schemas.openxmlformats.org/drawingml/2006/main" prst="rect">
            <a:avLst/>
          </a:prstGeom>
          <a:solidFill xmlns:a="http://schemas.openxmlformats.org/drawingml/2006/main">
            <a:srgbClr val="104D70"/>
          </a:solidFill>
          <a:ln xmlns:a="http://schemas.openxmlformats.org/drawingml/2006/main" w="0">
            <a:noFill/>
          </a:ln>
        </p:spPr>
      </p:sp>
      <p:sp>
        <p:nvSpPr>
          <p:cNvPr id="2" name="XP convierte reglas de negocio en evidencia">
            <a:extLst xmlns:a="http://schemas.openxmlformats.org/drawingml/2006/main">
              <a:ext uri="{FF2B5EF4-FFF2-40B4-BE49-F238E27FC236}">
                <a16:creationId xmlns:a16="http://schemas.microsoft.com/office/drawing/2014/main" id="{347E0C01-EC4F-4462-ADEB-4D704B6A315F}"/>
              </a:ext>
            </a:extLst>
          </p:cNvPr>
          <p:cNvSpPr>
            <a:spLocks xmlns:a="http://schemas.openxmlformats.org/drawingml/2006/main" noGrp="1"/>
          </p:cNvSpPr>
          <p:nvPr/>
        </p:nvSpPr>
        <p:spPr>
          <a:xfrm xmlns:a="http://schemas.openxmlformats.org/drawingml/2006/main">
            <a:off x="457200" y="276225"/>
            <a:ext cx="11239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850" b="1">
                <a:solidFill>
                  <a:srgbClr val="FFFFFF"/>
                </a:solidFill>
                <a:latin typeface="Arial"/>
                <a:ea typeface="Arial"/>
                <a:cs typeface="Arial"/>
              </a:defRPr>
            </a:defPPr>
            <a:lvl1pPr algn="l">
              <a:defRPr sz="2850" b="1">
                <a:solidFill>
                  <a:srgbClr val="FFFFFF"/>
                </a:solidFill>
                <a:latin typeface="Arial"/>
                <a:ea typeface="Arial"/>
                <a:cs typeface="Arial"/>
              </a:defRPr>
            </a:lvl1pPr>
            <a:lvl2pPr algn="l">
              <a:defRPr sz="2850" b="1">
                <a:solidFill>
                  <a:srgbClr val="FFFFFF"/>
                </a:solidFill>
                <a:latin typeface="Arial"/>
                <a:ea typeface="Arial"/>
                <a:cs typeface="Arial"/>
              </a:defRPr>
            </a:lvl2pPr>
            <a:lvl3pPr algn="l">
              <a:defRPr sz="2850" b="1">
                <a:solidFill>
                  <a:srgbClr val="FFFFFF"/>
                </a:solidFill>
                <a:latin typeface="Arial"/>
                <a:ea typeface="Arial"/>
                <a:cs typeface="Arial"/>
              </a:defRPr>
            </a:lvl3pPr>
            <a:lvl4pPr algn="l">
              <a:defRPr sz="2850" b="1">
                <a:solidFill>
                  <a:srgbClr val="FFFFFF"/>
                </a:solidFill>
                <a:latin typeface="Arial"/>
                <a:ea typeface="Arial"/>
                <a:cs typeface="Arial"/>
              </a:defRPr>
            </a:lvl4pPr>
            <a:lvl5pPr algn="l">
              <a:defRPr sz="2850" b="1">
                <a:solidFill>
                  <a:srgbClr val="FFFFFF"/>
                </a:solidFill>
                <a:latin typeface="Arial"/>
                <a:ea typeface="Arial"/>
                <a:cs typeface="Arial"/>
              </a:defRPr>
            </a:lvl5pPr>
            <a:lvl6pPr algn="l">
              <a:defRPr sz="2850" b="1">
                <a:solidFill>
                  <a:srgbClr val="FFFFFF"/>
                </a:solidFill>
                <a:latin typeface="Arial"/>
                <a:ea typeface="Arial"/>
                <a:cs typeface="Arial"/>
              </a:defRPr>
            </a:lvl6pPr>
            <a:lvl7pPr algn="l">
              <a:defRPr sz="2850" b="1">
                <a:solidFill>
                  <a:srgbClr val="FFFFFF"/>
                </a:solidFill>
                <a:latin typeface="Arial"/>
                <a:ea typeface="Arial"/>
                <a:cs typeface="Arial"/>
              </a:defRPr>
            </a:lvl7pPr>
            <a:lvl8pPr algn="l">
              <a:defRPr sz="2850" b="1">
                <a:solidFill>
                  <a:srgbClr val="FFFFFF"/>
                </a:solidFill>
                <a:latin typeface="Arial"/>
                <a:ea typeface="Arial"/>
                <a:cs typeface="Arial"/>
              </a:defRPr>
            </a:lvl8pPr>
            <a:lvl9pPr algn="l">
              <a:defRPr sz="2850" b="1">
                <a:solidFill>
                  <a:srgbClr val="FFFFFF"/>
                </a:solidFill>
                <a:latin typeface="Arial"/>
                <a:ea typeface="Arial"/>
                <a:cs typeface="Arial"/>
              </a:defRPr>
            </a:lvl9pPr>
          </a:lstStyle>
          <a:p xmlns:a="http://schemas.openxmlformats.org/drawingml/2006/main">
            <a:pPr algn="l">
              <a:buNone/>
              <a:defRPr sz="2850" b="1">
                <a:solidFill>
                  <a:srgbClr val="FFFFFF"/>
                </a:solidFill>
                <a:latin typeface="Arial"/>
                <a:ea typeface="Arial"/>
                <a:cs typeface="Arial"/>
              </a:defRPr>
            </a:pPr>
            <a:r>
              <a:rPr sz="2850" b="1">
                <a:solidFill>
                  <a:srgbClr val="FFFFFF"/>
                </a:solidFill>
                <a:latin typeface="Arial"/>
                <a:ea typeface="Arial"/>
                <a:cs typeface="Arial"/>
              </a:rPr>
              <a:t>XP convierte reglas de negocio en evidencia</a:t>
            </a:r>
          </a:p>
        </p:txBody>
      </p:sp>
      <p:sp>
        <p:nvSpPr>
          <p:cNvPr id="3" name="CORTE 2 · SCRUM + XP">
            <a:extLst xmlns:a="http://schemas.openxmlformats.org/drawingml/2006/main">
              <a:ext uri="{FF2B5EF4-FFF2-40B4-BE49-F238E27FC236}">
                <a16:creationId xmlns:a16="http://schemas.microsoft.com/office/drawing/2014/main" id="{1A47B78F-FE5D-4B04-A3CB-BAE37DFB805A}"/>
              </a:ext>
            </a:extLst>
          </p:cNvPr>
          <p:cNvSpPr>
            <a:spLocks xmlns:a="http://schemas.openxmlformats.org/drawingml/2006/main" noGrp="1"/>
          </p:cNvSpPr>
          <p:nvPr/>
        </p:nvSpPr>
        <p:spPr>
          <a:xfrm xmlns:a="http://schemas.openxmlformats.org/drawingml/2006/main">
            <a:off x="457200" y="1200150"/>
            <a:ext cx="11191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125" b="1">
                <a:solidFill>
                  <a:srgbClr val="55707D"/>
                </a:solidFill>
                <a:latin typeface="Arial"/>
                <a:ea typeface="Arial"/>
                <a:cs typeface="Arial"/>
              </a:defRPr>
            </a:defPPr>
            <a:lvl1pPr algn="l">
              <a:defRPr sz="1125" b="1">
                <a:solidFill>
                  <a:srgbClr val="55707D"/>
                </a:solidFill>
                <a:latin typeface="Arial"/>
                <a:ea typeface="Arial"/>
                <a:cs typeface="Arial"/>
              </a:defRPr>
            </a:lvl1pPr>
            <a:lvl2pPr algn="l">
              <a:defRPr sz="1125" b="1">
                <a:solidFill>
                  <a:srgbClr val="55707D"/>
                </a:solidFill>
                <a:latin typeface="Arial"/>
                <a:ea typeface="Arial"/>
                <a:cs typeface="Arial"/>
              </a:defRPr>
            </a:lvl2pPr>
            <a:lvl3pPr algn="l">
              <a:defRPr sz="1125" b="1">
                <a:solidFill>
                  <a:srgbClr val="55707D"/>
                </a:solidFill>
                <a:latin typeface="Arial"/>
                <a:ea typeface="Arial"/>
                <a:cs typeface="Arial"/>
              </a:defRPr>
            </a:lvl3pPr>
            <a:lvl4pPr algn="l">
              <a:defRPr sz="1125" b="1">
                <a:solidFill>
                  <a:srgbClr val="55707D"/>
                </a:solidFill>
                <a:latin typeface="Arial"/>
                <a:ea typeface="Arial"/>
                <a:cs typeface="Arial"/>
              </a:defRPr>
            </a:lvl4pPr>
            <a:lvl5pPr algn="l">
              <a:defRPr sz="1125" b="1">
                <a:solidFill>
                  <a:srgbClr val="55707D"/>
                </a:solidFill>
                <a:latin typeface="Arial"/>
                <a:ea typeface="Arial"/>
                <a:cs typeface="Arial"/>
              </a:defRPr>
            </a:lvl5pPr>
            <a:lvl6pPr algn="l">
              <a:defRPr sz="1125" b="1">
                <a:solidFill>
                  <a:srgbClr val="55707D"/>
                </a:solidFill>
                <a:latin typeface="Arial"/>
                <a:ea typeface="Arial"/>
                <a:cs typeface="Arial"/>
              </a:defRPr>
            </a:lvl6pPr>
            <a:lvl7pPr algn="l">
              <a:defRPr sz="1125" b="1">
                <a:solidFill>
                  <a:srgbClr val="55707D"/>
                </a:solidFill>
                <a:latin typeface="Arial"/>
                <a:ea typeface="Arial"/>
                <a:cs typeface="Arial"/>
              </a:defRPr>
            </a:lvl7pPr>
            <a:lvl8pPr algn="l">
              <a:defRPr sz="1125" b="1">
                <a:solidFill>
                  <a:srgbClr val="55707D"/>
                </a:solidFill>
                <a:latin typeface="Arial"/>
                <a:ea typeface="Arial"/>
                <a:cs typeface="Arial"/>
              </a:defRPr>
            </a:lvl8pPr>
            <a:lvl9pPr algn="l">
              <a:defRPr sz="1125" b="1">
                <a:solidFill>
                  <a:srgbClr val="55707D"/>
                </a:solidFill>
                <a:latin typeface="Arial"/>
                <a:ea typeface="Arial"/>
                <a:cs typeface="Arial"/>
              </a:defRPr>
            </a:lvl9pPr>
          </a:lstStyle>
          <a:p xmlns:a="http://schemas.openxmlformats.org/drawingml/2006/main">
            <a:pPr algn="l">
              <a:buNone/>
              <a:defRPr sz="1125" b="1">
                <a:solidFill>
                  <a:srgbClr val="55707D"/>
                </a:solidFill>
                <a:latin typeface="Arial"/>
                <a:ea typeface="Arial"/>
                <a:cs typeface="Arial"/>
              </a:defRPr>
            </a:pPr>
            <a:r>
              <a:rPr sz="1125" b="1">
                <a:solidFill>
                  <a:srgbClr val="55707D"/>
                </a:solidFill>
                <a:latin typeface="Arial"/>
                <a:ea typeface="Arial"/>
                <a:cs typeface="Arial"/>
              </a:rPr>
              <a:t>CORTE 2 · SCRUM + XP</a:t>
            </a:r>
          </a:p>
        </p:txBody>
      </p:sp>
      <p:sp>
        <p:nvSpPr>
          <p:cNvPr id="4" name="">
            <a:extLst xmlns:a="http://schemas.openxmlformats.org/drawingml/2006/main">
              <a:ext uri="{FF2B5EF4-FFF2-40B4-BE49-F238E27FC236}">
                <a16:creationId xmlns:a16="http://schemas.microsoft.com/office/drawing/2014/main" id="{3118BE04-4366-4EF1-B0A1-4704B74B1CAB}"/>
              </a:ext>
            </a:extLst>
          </p:cNvPr>
          <p:cNvSpPr>
            <a:spLocks xmlns:a="http://schemas.openxmlformats.org/drawingml/2006/main" noGrp="1"/>
          </p:cNvSpPr>
          <p:nvPr/>
        </p:nvSpPr>
        <p:spPr>
          <a:xfrm xmlns:a="http://schemas.openxmlformats.org/drawingml/2006/main">
            <a:off x="0" y="6543675"/>
            <a:ext cx="12192000" cy="314325"/>
          </a:xfrm>
          <a:prstGeom xmlns:a="http://schemas.openxmlformats.org/drawingml/2006/main" prst="rect">
            <a:avLst/>
          </a:prstGeom>
          <a:solidFill xmlns:a="http://schemas.openxmlformats.org/drawingml/2006/main">
            <a:srgbClr val="104D70"/>
          </a:solidFill>
          <a:ln xmlns:a="http://schemas.openxmlformats.org/drawingml/2006/main" w="0">
            <a:noFill/>
          </a:ln>
        </p:spPr>
      </p:sp>
      <p:sp>
        <p:nvSpPr>
          <p:cNvPr id="5" name="DataForge Consulting · FinBank">
            <a:extLst xmlns:a="http://schemas.openxmlformats.org/drawingml/2006/main">
              <a:ext uri="{FF2B5EF4-FFF2-40B4-BE49-F238E27FC236}">
                <a16:creationId xmlns:a16="http://schemas.microsoft.com/office/drawing/2014/main" id="{965427C5-6EC9-4D02-8ABC-2040AEA6B249}"/>
              </a:ext>
            </a:extLst>
          </p:cNvPr>
          <p:cNvSpPr>
            <a:spLocks xmlns:a="http://schemas.openxmlformats.org/drawingml/2006/main" noGrp="1"/>
          </p:cNvSpPr>
          <p:nvPr/>
        </p:nvSpPr>
        <p:spPr>
          <a:xfrm xmlns:a="http://schemas.openxmlformats.org/drawingml/2006/main">
            <a:off x="457200" y="6619875"/>
            <a:ext cx="5429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050" b="0">
                <a:solidFill>
                  <a:srgbClr val="FFFFFF"/>
                </a:solidFill>
                <a:latin typeface="Arial"/>
                <a:ea typeface="Arial"/>
                <a:cs typeface="Arial"/>
              </a:defRPr>
            </a:defPPr>
            <a:lvl1pPr algn="l">
              <a:defRPr sz="1050" b="0">
                <a:solidFill>
                  <a:srgbClr val="FFFFFF"/>
                </a:solidFill>
                <a:latin typeface="Arial"/>
                <a:ea typeface="Arial"/>
                <a:cs typeface="Arial"/>
              </a:defRPr>
            </a:lvl1pPr>
            <a:lvl2pPr algn="l">
              <a:defRPr sz="1050" b="0">
                <a:solidFill>
                  <a:srgbClr val="FFFFFF"/>
                </a:solidFill>
                <a:latin typeface="Arial"/>
                <a:ea typeface="Arial"/>
                <a:cs typeface="Arial"/>
              </a:defRPr>
            </a:lvl2pPr>
            <a:lvl3pPr algn="l">
              <a:defRPr sz="1050" b="0">
                <a:solidFill>
                  <a:srgbClr val="FFFFFF"/>
                </a:solidFill>
                <a:latin typeface="Arial"/>
                <a:ea typeface="Arial"/>
                <a:cs typeface="Arial"/>
              </a:defRPr>
            </a:lvl3pPr>
            <a:lvl4pPr algn="l">
              <a:defRPr sz="1050" b="0">
                <a:solidFill>
                  <a:srgbClr val="FFFFFF"/>
                </a:solidFill>
                <a:latin typeface="Arial"/>
                <a:ea typeface="Arial"/>
                <a:cs typeface="Arial"/>
              </a:defRPr>
            </a:lvl4pPr>
            <a:lvl5pPr algn="l">
              <a:defRPr sz="1050" b="0">
                <a:solidFill>
                  <a:srgbClr val="FFFFFF"/>
                </a:solidFill>
                <a:latin typeface="Arial"/>
                <a:ea typeface="Arial"/>
                <a:cs typeface="Arial"/>
              </a:defRPr>
            </a:lvl5pPr>
            <a:lvl6pPr algn="l">
              <a:defRPr sz="1050" b="0">
                <a:solidFill>
                  <a:srgbClr val="FFFFFF"/>
                </a:solidFill>
                <a:latin typeface="Arial"/>
                <a:ea typeface="Arial"/>
                <a:cs typeface="Arial"/>
              </a:defRPr>
            </a:lvl6pPr>
            <a:lvl7pPr algn="l">
              <a:defRPr sz="1050" b="0">
                <a:solidFill>
                  <a:srgbClr val="FFFFFF"/>
                </a:solidFill>
                <a:latin typeface="Arial"/>
                <a:ea typeface="Arial"/>
                <a:cs typeface="Arial"/>
              </a:defRPr>
            </a:lvl7pPr>
            <a:lvl8pPr algn="l">
              <a:defRPr sz="1050" b="0">
                <a:solidFill>
                  <a:srgbClr val="FFFFFF"/>
                </a:solidFill>
                <a:latin typeface="Arial"/>
                <a:ea typeface="Arial"/>
                <a:cs typeface="Arial"/>
              </a:defRPr>
            </a:lvl8pPr>
            <a:lvl9pPr algn="l">
              <a:defRPr sz="1050" b="0">
                <a:solidFill>
                  <a:srgbClr val="FFFFFF"/>
                </a:solidFill>
                <a:latin typeface="Arial"/>
                <a:ea typeface="Arial"/>
                <a:cs typeface="Arial"/>
              </a:defRPr>
            </a:lvl9pPr>
          </a:lstStyle>
          <a:p xmlns:a="http://schemas.openxmlformats.org/drawingml/2006/main">
            <a:pPr algn="l">
              <a:buNone/>
              <a:defRPr sz="1050" b="0">
                <a:solidFill>
                  <a:srgbClr val="FFFFFF"/>
                </a:solidFill>
                <a:latin typeface="Arial"/>
                <a:ea typeface="Arial"/>
                <a:cs typeface="Arial"/>
              </a:defRPr>
            </a:pPr>
            <a:r>
              <a:rPr sz="1050" b="0">
                <a:solidFill>
                  <a:srgbClr val="FFFFFF"/>
                </a:solidFill>
                <a:latin typeface="Arial"/>
                <a:ea typeface="Arial"/>
                <a:cs typeface="Arial"/>
              </a:rPr>
              <a:t>DataForge Consulting · FinBank</a:t>
            </a:r>
          </a:p>
        </p:txBody>
      </p:sp>
      <p:sp>
        <p:nvSpPr>
          <p:cNvPr id="6" name="Oscar Merino  |  07">
            <a:extLst xmlns:a="http://schemas.openxmlformats.org/drawingml/2006/main">
              <a:ext uri="{FF2B5EF4-FFF2-40B4-BE49-F238E27FC236}">
                <a16:creationId xmlns:a16="http://schemas.microsoft.com/office/drawing/2014/main" id="{EFEBAD55-B196-4C13-B883-E4864180413E}"/>
              </a:ext>
            </a:extLst>
          </p:cNvPr>
          <p:cNvSpPr>
            <a:spLocks xmlns:a="http://schemas.openxmlformats.org/drawingml/2006/main" noGrp="1"/>
          </p:cNvSpPr>
          <p:nvPr/>
        </p:nvSpPr>
        <p:spPr>
          <a:xfrm xmlns:a="http://schemas.openxmlformats.org/drawingml/2006/main">
            <a:off x="7048500" y="6619875"/>
            <a:ext cx="466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r">
              <a:defRPr sz="1050" b="0">
                <a:solidFill>
                  <a:srgbClr val="FFFFFF"/>
                </a:solidFill>
                <a:latin typeface="Arial"/>
                <a:ea typeface="Arial"/>
                <a:cs typeface="Arial"/>
              </a:defRPr>
            </a:defPPr>
            <a:lvl1pPr algn="r">
              <a:defRPr sz="1050" b="0">
                <a:solidFill>
                  <a:srgbClr val="FFFFFF"/>
                </a:solidFill>
                <a:latin typeface="Arial"/>
                <a:ea typeface="Arial"/>
                <a:cs typeface="Arial"/>
              </a:defRPr>
            </a:lvl1pPr>
            <a:lvl2pPr algn="r">
              <a:defRPr sz="1050" b="0">
                <a:solidFill>
                  <a:srgbClr val="FFFFFF"/>
                </a:solidFill>
                <a:latin typeface="Arial"/>
                <a:ea typeface="Arial"/>
                <a:cs typeface="Arial"/>
              </a:defRPr>
            </a:lvl2pPr>
            <a:lvl3pPr algn="r">
              <a:defRPr sz="1050" b="0">
                <a:solidFill>
                  <a:srgbClr val="FFFFFF"/>
                </a:solidFill>
                <a:latin typeface="Arial"/>
                <a:ea typeface="Arial"/>
                <a:cs typeface="Arial"/>
              </a:defRPr>
            </a:lvl3pPr>
            <a:lvl4pPr algn="r">
              <a:defRPr sz="1050" b="0">
                <a:solidFill>
                  <a:srgbClr val="FFFFFF"/>
                </a:solidFill>
                <a:latin typeface="Arial"/>
                <a:ea typeface="Arial"/>
                <a:cs typeface="Arial"/>
              </a:defRPr>
            </a:lvl4pPr>
            <a:lvl5pPr algn="r">
              <a:defRPr sz="1050" b="0">
                <a:solidFill>
                  <a:srgbClr val="FFFFFF"/>
                </a:solidFill>
                <a:latin typeface="Arial"/>
                <a:ea typeface="Arial"/>
                <a:cs typeface="Arial"/>
              </a:defRPr>
            </a:lvl5pPr>
            <a:lvl6pPr algn="r">
              <a:defRPr sz="1050" b="0">
                <a:solidFill>
                  <a:srgbClr val="FFFFFF"/>
                </a:solidFill>
                <a:latin typeface="Arial"/>
                <a:ea typeface="Arial"/>
                <a:cs typeface="Arial"/>
              </a:defRPr>
            </a:lvl6pPr>
            <a:lvl7pPr algn="r">
              <a:defRPr sz="1050" b="0">
                <a:solidFill>
                  <a:srgbClr val="FFFFFF"/>
                </a:solidFill>
                <a:latin typeface="Arial"/>
                <a:ea typeface="Arial"/>
                <a:cs typeface="Arial"/>
              </a:defRPr>
            </a:lvl7pPr>
            <a:lvl8pPr algn="r">
              <a:defRPr sz="1050" b="0">
                <a:solidFill>
                  <a:srgbClr val="FFFFFF"/>
                </a:solidFill>
                <a:latin typeface="Arial"/>
                <a:ea typeface="Arial"/>
                <a:cs typeface="Arial"/>
              </a:defRPr>
            </a:lvl8pPr>
            <a:lvl9pPr algn="r">
              <a:defRPr sz="1050" b="0">
                <a:solidFill>
                  <a:srgbClr val="FFFFFF"/>
                </a:solidFill>
                <a:latin typeface="Arial"/>
                <a:ea typeface="Arial"/>
                <a:cs typeface="Arial"/>
              </a:defRPr>
            </a:lvl9pPr>
          </a:lstStyle>
          <a:p xmlns:a="http://schemas.openxmlformats.org/drawingml/2006/main">
            <a:pPr algn="r">
              <a:buNone/>
              <a:defRPr sz="1050" b="0">
                <a:solidFill>
                  <a:srgbClr val="FFFFFF"/>
                </a:solidFill>
                <a:latin typeface="Arial"/>
                <a:ea typeface="Arial"/>
                <a:cs typeface="Arial"/>
              </a:defRPr>
            </a:pPr>
            <a:r>
              <a:rPr sz="1050" b="0">
                <a:solidFill>
                  <a:srgbClr val="FFFFFF"/>
                </a:solidFill>
                <a:latin typeface="Arial"/>
                <a:ea typeface="Arial"/>
                <a:cs typeface="Arial"/>
              </a:rPr>
              <a:t>Oscar Merino  |  07</a:t>
            </a:r>
          </a:p>
        </p:txBody>
      </p:sp>
      <p:sp>
        <p:nvSpPr>
          <p:cNvPr id="7" name="">
            <a:extLst xmlns:a="http://schemas.openxmlformats.org/drawingml/2006/main">
              <a:ext uri="{FF2B5EF4-FFF2-40B4-BE49-F238E27FC236}">
                <a16:creationId xmlns:a16="http://schemas.microsoft.com/office/drawing/2014/main" id="{A2CB4D92-887B-43C9-AB98-98C85AD4B79E}"/>
              </a:ext>
            </a:extLst>
          </p:cNvPr>
          <p:cNvSpPr>
            <a:spLocks xmlns:a="http://schemas.openxmlformats.org/drawingml/2006/main" noGrp="1"/>
          </p:cNvSpPr>
          <p:nvPr/>
        </p:nvSpPr>
        <p:spPr>
          <a:xfrm xmlns:a="http://schemas.openxmlformats.org/drawingml/2006/main">
            <a:off x="457200" y="2343150"/>
            <a:ext cx="3000375" cy="1143000"/>
          </a:xfrm>
          <a:prstGeom xmlns:a="http://schemas.openxmlformats.org/drawingml/2006/main" prst="rect">
            <a:avLst/>
          </a:prstGeom>
          <a:solidFill xmlns:a="http://schemas.openxmlformats.org/drawingml/2006/main">
            <a:srgbClr val="C41446"/>
          </a:solidFill>
          <a:ln xmlns:a="http://schemas.openxmlformats.org/drawingml/2006/main" w="0">
            <a:noFill/>
          </a:ln>
        </p:spPr>
      </p:sp>
      <p:sp>
        <p:nvSpPr>
          <p:cNvPr id="8" name="Prueba que&#10;detecta el fallo">
            <a:extLst xmlns:a="http://schemas.openxmlformats.org/drawingml/2006/main">
              <a:ext uri="{FF2B5EF4-FFF2-40B4-BE49-F238E27FC236}">
                <a16:creationId xmlns:a16="http://schemas.microsoft.com/office/drawing/2014/main" id="{AC1B6E5F-EC6F-4E43-B018-77C4351D4735}"/>
              </a:ext>
            </a:extLst>
          </p:cNvPr>
          <p:cNvSpPr>
            <a:spLocks xmlns:a="http://schemas.openxmlformats.org/drawingml/2006/main" noGrp="1"/>
          </p:cNvSpPr>
          <p:nvPr/>
        </p:nvSpPr>
        <p:spPr>
          <a:xfrm xmlns:a="http://schemas.openxmlformats.org/drawingml/2006/main">
            <a:off x="590550" y="2533650"/>
            <a:ext cx="273367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ctr">
              <a:defRPr sz="1875" b="1">
                <a:solidFill>
                  <a:srgbClr val="FFFFFF"/>
                </a:solidFill>
                <a:latin typeface="Arial"/>
                <a:ea typeface="Arial"/>
                <a:cs typeface="Arial"/>
              </a:defRPr>
            </a:defPPr>
            <a:lvl1pPr algn="ctr">
              <a:defRPr sz="1875" b="1">
                <a:solidFill>
                  <a:srgbClr val="FFFFFF"/>
                </a:solidFill>
                <a:latin typeface="Arial"/>
                <a:ea typeface="Arial"/>
                <a:cs typeface="Arial"/>
              </a:defRPr>
            </a:lvl1pPr>
            <a:lvl2pPr algn="ctr">
              <a:defRPr sz="1875" b="1">
                <a:solidFill>
                  <a:srgbClr val="FFFFFF"/>
                </a:solidFill>
                <a:latin typeface="Arial"/>
                <a:ea typeface="Arial"/>
                <a:cs typeface="Arial"/>
              </a:defRPr>
            </a:lvl2pPr>
            <a:lvl3pPr algn="ctr">
              <a:defRPr sz="1875" b="1">
                <a:solidFill>
                  <a:srgbClr val="FFFFFF"/>
                </a:solidFill>
                <a:latin typeface="Arial"/>
                <a:ea typeface="Arial"/>
                <a:cs typeface="Arial"/>
              </a:defRPr>
            </a:lvl3pPr>
            <a:lvl4pPr algn="ctr">
              <a:defRPr sz="1875" b="1">
                <a:solidFill>
                  <a:srgbClr val="FFFFFF"/>
                </a:solidFill>
                <a:latin typeface="Arial"/>
                <a:ea typeface="Arial"/>
                <a:cs typeface="Arial"/>
              </a:defRPr>
            </a:lvl4pPr>
            <a:lvl5pPr algn="ctr">
              <a:defRPr sz="1875" b="1">
                <a:solidFill>
                  <a:srgbClr val="FFFFFF"/>
                </a:solidFill>
                <a:latin typeface="Arial"/>
                <a:ea typeface="Arial"/>
                <a:cs typeface="Arial"/>
              </a:defRPr>
            </a:lvl5pPr>
            <a:lvl6pPr algn="ctr">
              <a:defRPr sz="1875" b="1">
                <a:solidFill>
                  <a:srgbClr val="FFFFFF"/>
                </a:solidFill>
                <a:latin typeface="Arial"/>
                <a:ea typeface="Arial"/>
                <a:cs typeface="Arial"/>
              </a:defRPr>
            </a:lvl6pPr>
            <a:lvl7pPr algn="ctr">
              <a:defRPr sz="1875" b="1">
                <a:solidFill>
                  <a:srgbClr val="FFFFFF"/>
                </a:solidFill>
                <a:latin typeface="Arial"/>
                <a:ea typeface="Arial"/>
                <a:cs typeface="Arial"/>
              </a:defRPr>
            </a:lvl7pPr>
            <a:lvl8pPr algn="ctr">
              <a:defRPr sz="1875" b="1">
                <a:solidFill>
                  <a:srgbClr val="FFFFFF"/>
                </a:solidFill>
                <a:latin typeface="Arial"/>
                <a:ea typeface="Arial"/>
                <a:cs typeface="Arial"/>
              </a:defRPr>
            </a:lvl8pPr>
            <a:lvl9pPr algn="ctr">
              <a:defRPr sz="1875" b="1">
                <a:solidFill>
                  <a:srgbClr val="FFFFFF"/>
                </a:solidFill>
                <a:latin typeface="Arial"/>
                <a:ea typeface="Arial"/>
                <a:cs typeface="Arial"/>
              </a:defRPr>
            </a:lvl9pPr>
          </a:lstStyle>
          <a:p xmlns:a="http://schemas.openxmlformats.org/drawingml/2006/main">
            <a:pPr algn="ctr">
              <a:buNone/>
              <a:defRPr sz="1875" b="1">
                <a:solidFill>
                  <a:srgbClr val="FFFFFF"/>
                </a:solidFill>
                <a:latin typeface="Arial"/>
                <a:ea typeface="Arial"/>
                <a:cs typeface="Arial"/>
              </a:defRPr>
            </a:pPr>
            <a:r>
              <a:rPr sz="1875" b="1">
                <a:solidFill>
                  <a:srgbClr val="FFFFFF"/>
                </a:solidFill>
                <a:latin typeface="Arial"/>
                <a:ea typeface="Arial"/>
                <a:cs typeface="Arial"/>
              </a:rPr>
              <a:t>Prueba que</a:t>
            </a:r>
          </a:p>
          <a:p xmlns:a="http://schemas.openxmlformats.org/drawingml/2006/main">
            <a:pPr algn="ctr">
              <a:buNone/>
              <a:defRPr sz="1875" b="1">
                <a:solidFill>
                  <a:srgbClr val="FFFFFF"/>
                </a:solidFill>
                <a:latin typeface="Arial"/>
                <a:ea typeface="Arial"/>
                <a:cs typeface="Arial"/>
              </a:defRPr>
            </a:pPr>
            <a:r>
              <a:rPr sz="1875" b="1">
                <a:solidFill>
                  <a:srgbClr val="FFFFFF"/>
                </a:solidFill>
                <a:latin typeface="Arial"/>
                <a:ea typeface="Arial"/>
                <a:cs typeface="Arial"/>
              </a:rPr>
              <a:t>detecta el fallo</a:t>
            </a:r>
          </a:p>
        </p:txBody>
      </p:sp>
      <p:sp>
        <p:nvSpPr>
          <p:cNvPr id="9" name="">
            <a:extLst xmlns:a="http://schemas.openxmlformats.org/drawingml/2006/main">
              <a:ext uri="{FF2B5EF4-FFF2-40B4-BE49-F238E27FC236}">
                <a16:creationId xmlns:a16="http://schemas.microsoft.com/office/drawing/2014/main" id="{BC9D13AF-90D4-4ADB-83CA-6629C826EE69}"/>
              </a:ext>
            </a:extLst>
          </p:cNvPr>
          <p:cNvSpPr>
            <a:spLocks xmlns:a="http://schemas.openxmlformats.org/drawingml/2006/main" noGrp="1"/>
          </p:cNvSpPr>
          <p:nvPr/>
        </p:nvSpPr>
        <p:spPr>
          <a:xfrm xmlns:a="http://schemas.openxmlformats.org/drawingml/2006/main">
            <a:off x="4572000" y="2343150"/>
            <a:ext cx="3000375" cy="1143000"/>
          </a:xfrm>
          <a:prstGeom xmlns:a="http://schemas.openxmlformats.org/drawingml/2006/main" prst="rect">
            <a:avLst/>
          </a:prstGeom>
          <a:solidFill xmlns:a="http://schemas.openxmlformats.org/drawingml/2006/main">
            <a:srgbClr val="10998D"/>
          </a:solidFill>
          <a:ln xmlns:a="http://schemas.openxmlformats.org/drawingml/2006/main" w="0">
            <a:noFill/>
          </a:ln>
        </p:spPr>
      </p:sp>
      <p:sp>
        <p:nvSpPr>
          <p:cNvPr id="10" name="Implementación&#10;que pasa">
            <a:extLst xmlns:a="http://schemas.openxmlformats.org/drawingml/2006/main">
              <a:ext uri="{FF2B5EF4-FFF2-40B4-BE49-F238E27FC236}">
                <a16:creationId xmlns:a16="http://schemas.microsoft.com/office/drawing/2014/main" id="{3F77ED8D-B3CB-4419-AF23-CF7EB046DA3C}"/>
              </a:ext>
            </a:extLst>
          </p:cNvPr>
          <p:cNvSpPr>
            <a:spLocks xmlns:a="http://schemas.openxmlformats.org/drawingml/2006/main" noGrp="1"/>
          </p:cNvSpPr>
          <p:nvPr/>
        </p:nvSpPr>
        <p:spPr>
          <a:xfrm xmlns:a="http://schemas.openxmlformats.org/drawingml/2006/main">
            <a:off x="4705350" y="2533650"/>
            <a:ext cx="273367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ctr">
              <a:defRPr sz="1875" b="1">
                <a:solidFill>
                  <a:srgbClr val="FFFFFF"/>
                </a:solidFill>
                <a:latin typeface="Arial"/>
                <a:ea typeface="Arial"/>
                <a:cs typeface="Arial"/>
              </a:defRPr>
            </a:defPPr>
            <a:lvl1pPr algn="ctr">
              <a:defRPr sz="1875" b="1">
                <a:solidFill>
                  <a:srgbClr val="FFFFFF"/>
                </a:solidFill>
                <a:latin typeface="Arial"/>
                <a:ea typeface="Arial"/>
                <a:cs typeface="Arial"/>
              </a:defRPr>
            </a:lvl1pPr>
            <a:lvl2pPr algn="ctr">
              <a:defRPr sz="1875" b="1">
                <a:solidFill>
                  <a:srgbClr val="FFFFFF"/>
                </a:solidFill>
                <a:latin typeface="Arial"/>
                <a:ea typeface="Arial"/>
                <a:cs typeface="Arial"/>
              </a:defRPr>
            </a:lvl2pPr>
            <a:lvl3pPr algn="ctr">
              <a:defRPr sz="1875" b="1">
                <a:solidFill>
                  <a:srgbClr val="FFFFFF"/>
                </a:solidFill>
                <a:latin typeface="Arial"/>
                <a:ea typeface="Arial"/>
                <a:cs typeface="Arial"/>
              </a:defRPr>
            </a:lvl3pPr>
            <a:lvl4pPr algn="ctr">
              <a:defRPr sz="1875" b="1">
                <a:solidFill>
                  <a:srgbClr val="FFFFFF"/>
                </a:solidFill>
                <a:latin typeface="Arial"/>
                <a:ea typeface="Arial"/>
                <a:cs typeface="Arial"/>
              </a:defRPr>
            </a:lvl4pPr>
            <a:lvl5pPr algn="ctr">
              <a:defRPr sz="1875" b="1">
                <a:solidFill>
                  <a:srgbClr val="FFFFFF"/>
                </a:solidFill>
                <a:latin typeface="Arial"/>
                <a:ea typeface="Arial"/>
                <a:cs typeface="Arial"/>
              </a:defRPr>
            </a:lvl5pPr>
            <a:lvl6pPr algn="ctr">
              <a:defRPr sz="1875" b="1">
                <a:solidFill>
                  <a:srgbClr val="FFFFFF"/>
                </a:solidFill>
                <a:latin typeface="Arial"/>
                <a:ea typeface="Arial"/>
                <a:cs typeface="Arial"/>
              </a:defRPr>
            </a:lvl6pPr>
            <a:lvl7pPr algn="ctr">
              <a:defRPr sz="1875" b="1">
                <a:solidFill>
                  <a:srgbClr val="FFFFFF"/>
                </a:solidFill>
                <a:latin typeface="Arial"/>
                <a:ea typeface="Arial"/>
                <a:cs typeface="Arial"/>
              </a:defRPr>
            </a:lvl7pPr>
            <a:lvl8pPr algn="ctr">
              <a:defRPr sz="1875" b="1">
                <a:solidFill>
                  <a:srgbClr val="FFFFFF"/>
                </a:solidFill>
                <a:latin typeface="Arial"/>
                <a:ea typeface="Arial"/>
                <a:cs typeface="Arial"/>
              </a:defRPr>
            </a:lvl8pPr>
            <a:lvl9pPr algn="ctr">
              <a:defRPr sz="1875" b="1">
                <a:solidFill>
                  <a:srgbClr val="FFFFFF"/>
                </a:solidFill>
                <a:latin typeface="Arial"/>
                <a:ea typeface="Arial"/>
                <a:cs typeface="Arial"/>
              </a:defRPr>
            </a:lvl9pPr>
          </a:lstStyle>
          <a:p xmlns:a="http://schemas.openxmlformats.org/drawingml/2006/main">
            <a:pPr algn="ctr">
              <a:buNone/>
              <a:defRPr sz="1875" b="1">
                <a:solidFill>
                  <a:srgbClr val="FFFFFF"/>
                </a:solidFill>
                <a:latin typeface="Arial"/>
                <a:ea typeface="Arial"/>
                <a:cs typeface="Arial"/>
              </a:defRPr>
            </a:pPr>
            <a:r>
              <a:rPr sz="1875" b="1">
                <a:solidFill>
                  <a:srgbClr val="FFFFFF"/>
                </a:solidFill>
                <a:latin typeface="Arial"/>
                <a:ea typeface="Arial"/>
                <a:cs typeface="Arial"/>
              </a:rPr>
              <a:t>Implementación</a:t>
            </a:r>
          </a:p>
          <a:p xmlns:a="http://schemas.openxmlformats.org/drawingml/2006/main">
            <a:pPr algn="ctr">
              <a:buNone/>
              <a:defRPr sz="1875" b="1">
                <a:solidFill>
                  <a:srgbClr val="FFFFFF"/>
                </a:solidFill>
                <a:latin typeface="Arial"/>
                <a:ea typeface="Arial"/>
                <a:cs typeface="Arial"/>
              </a:defRPr>
            </a:pPr>
            <a:r>
              <a:rPr sz="1875" b="1">
                <a:solidFill>
                  <a:srgbClr val="FFFFFF"/>
                </a:solidFill>
                <a:latin typeface="Arial"/>
                <a:ea typeface="Arial"/>
                <a:cs typeface="Arial"/>
              </a:rPr>
              <a:t>que pasa</a:t>
            </a:r>
          </a:p>
        </p:txBody>
      </p:sp>
      <p:sp>
        <p:nvSpPr>
          <p:cNvPr id="11" name="">
            <a:extLst xmlns:a="http://schemas.openxmlformats.org/drawingml/2006/main">
              <a:ext uri="{FF2B5EF4-FFF2-40B4-BE49-F238E27FC236}">
                <a16:creationId xmlns:a16="http://schemas.microsoft.com/office/drawing/2014/main" id="{DB3F28BD-A741-4E96-BDAF-571C5FF79099}"/>
              </a:ext>
            </a:extLst>
          </p:cNvPr>
          <p:cNvSpPr>
            <a:spLocks xmlns:a="http://schemas.openxmlformats.org/drawingml/2006/main" noGrp="1"/>
          </p:cNvSpPr>
          <p:nvPr/>
        </p:nvSpPr>
        <p:spPr>
          <a:xfrm xmlns:a="http://schemas.openxmlformats.org/drawingml/2006/main">
            <a:off x="8686800" y="2343150"/>
            <a:ext cx="3000375" cy="1143000"/>
          </a:xfrm>
          <a:prstGeom xmlns:a="http://schemas.openxmlformats.org/drawingml/2006/main" prst="rect">
            <a:avLst/>
          </a:prstGeom>
          <a:solidFill xmlns:a="http://schemas.openxmlformats.org/drawingml/2006/main">
            <a:srgbClr val="104D70"/>
          </a:solidFill>
          <a:ln xmlns:a="http://schemas.openxmlformats.org/drawingml/2006/main" w="0">
            <a:noFill/>
          </a:ln>
        </p:spPr>
      </p:sp>
      <p:sp>
        <p:nvSpPr>
          <p:cNvPr id="12" name="Refactor&#10;con pruebas">
            <a:extLst xmlns:a="http://schemas.openxmlformats.org/drawingml/2006/main">
              <a:ext uri="{FF2B5EF4-FFF2-40B4-BE49-F238E27FC236}">
                <a16:creationId xmlns:a16="http://schemas.microsoft.com/office/drawing/2014/main" id="{0EEAB858-FA3B-4415-A5D5-CCD9841FDDC0}"/>
              </a:ext>
            </a:extLst>
          </p:cNvPr>
          <p:cNvSpPr>
            <a:spLocks xmlns:a="http://schemas.openxmlformats.org/drawingml/2006/main" noGrp="1"/>
          </p:cNvSpPr>
          <p:nvPr/>
        </p:nvSpPr>
        <p:spPr>
          <a:xfrm xmlns:a="http://schemas.openxmlformats.org/drawingml/2006/main">
            <a:off x="8820150" y="2533650"/>
            <a:ext cx="273367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ctr">
              <a:defRPr sz="1875" b="1">
                <a:solidFill>
                  <a:srgbClr val="FFFFFF"/>
                </a:solidFill>
                <a:latin typeface="Arial"/>
                <a:ea typeface="Arial"/>
                <a:cs typeface="Arial"/>
              </a:defRPr>
            </a:defPPr>
            <a:lvl1pPr algn="ctr">
              <a:defRPr sz="1875" b="1">
                <a:solidFill>
                  <a:srgbClr val="FFFFFF"/>
                </a:solidFill>
                <a:latin typeface="Arial"/>
                <a:ea typeface="Arial"/>
                <a:cs typeface="Arial"/>
              </a:defRPr>
            </a:lvl1pPr>
            <a:lvl2pPr algn="ctr">
              <a:defRPr sz="1875" b="1">
                <a:solidFill>
                  <a:srgbClr val="FFFFFF"/>
                </a:solidFill>
                <a:latin typeface="Arial"/>
                <a:ea typeface="Arial"/>
                <a:cs typeface="Arial"/>
              </a:defRPr>
            </a:lvl2pPr>
            <a:lvl3pPr algn="ctr">
              <a:defRPr sz="1875" b="1">
                <a:solidFill>
                  <a:srgbClr val="FFFFFF"/>
                </a:solidFill>
                <a:latin typeface="Arial"/>
                <a:ea typeface="Arial"/>
                <a:cs typeface="Arial"/>
              </a:defRPr>
            </a:lvl3pPr>
            <a:lvl4pPr algn="ctr">
              <a:defRPr sz="1875" b="1">
                <a:solidFill>
                  <a:srgbClr val="FFFFFF"/>
                </a:solidFill>
                <a:latin typeface="Arial"/>
                <a:ea typeface="Arial"/>
                <a:cs typeface="Arial"/>
              </a:defRPr>
            </a:lvl4pPr>
            <a:lvl5pPr algn="ctr">
              <a:defRPr sz="1875" b="1">
                <a:solidFill>
                  <a:srgbClr val="FFFFFF"/>
                </a:solidFill>
                <a:latin typeface="Arial"/>
                <a:ea typeface="Arial"/>
                <a:cs typeface="Arial"/>
              </a:defRPr>
            </a:lvl5pPr>
            <a:lvl6pPr algn="ctr">
              <a:defRPr sz="1875" b="1">
                <a:solidFill>
                  <a:srgbClr val="FFFFFF"/>
                </a:solidFill>
                <a:latin typeface="Arial"/>
                <a:ea typeface="Arial"/>
                <a:cs typeface="Arial"/>
              </a:defRPr>
            </a:lvl6pPr>
            <a:lvl7pPr algn="ctr">
              <a:defRPr sz="1875" b="1">
                <a:solidFill>
                  <a:srgbClr val="FFFFFF"/>
                </a:solidFill>
                <a:latin typeface="Arial"/>
                <a:ea typeface="Arial"/>
                <a:cs typeface="Arial"/>
              </a:defRPr>
            </a:lvl7pPr>
            <a:lvl8pPr algn="ctr">
              <a:defRPr sz="1875" b="1">
                <a:solidFill>
                  <a:srgbClr val="FFFFFF"/>
                </a:solidFill>
                <a:latin typeface="Arial"/>
                <a:ea typeface="Arial"/>
                <a:cs typeface="Arial"/>
              </a:defRPr>
            </a:lvl8pPr>
            <a:lvl9pPr algn="ctr">
              <a:defRPr sz="1875" b="1">
                <a:solidFill>
                  <a:srgbClr val="FFFFFF"/>
                </a:solidFill>
                <a:latin typeface="Arial"/>
                <a:ea typeface="Arial"/>
                <a:cs typeface="Arial"/>
              </a:defRPr>
            </a:lvl9pPr>
          </a:lstStyle>
          <a:p xmlns:a="http://schemas.openxmlformats.org/drawingml/2006/main">
            <a:pPr algn="ctr">
              <a:buNone/>
              <a:defRPr sz="1875" b="1">
                <a:solidFill>
                  <a:srgbClr val="FFFFFF"/>
                </a:solidFill>
                <a:latin typeface="Arial"/>
                <a:ea typeface="Arial"/>
                <a:cs typeface="Arial"/>
              </a:defRPr>
            </a:pPr>
            <a:r>
              <a:rPr sz="1875" b="1">
                <a:solidFill>
                  <a:srgbClr val="FFFFFF"/>
                </a:solidFill>
                <a:latin typeface="Arial"/>
                <a:ea typeface="Arial"/>
                <a:cs typeface="Arial"/>
              </a:rPr>
              <a:t>Refactor</a:t>
            </a:r>
          </a:p>
          <a:p xmlns:a="http://schemas.openxmlformats.org/drawingml/2006/main">
            <a:pPr algn="ctr">
              <a:buNone/>
              <a:defRPr sz="1875" b="1">
                <a:solidFill>
                  <a:srgbClr val="FFFFFF"/>
                </a:solidFill>
                <a:latin typeface="Arial"/>
                <a:ea typeface="Arial"/>
                <a:cs typeface="Arial"/>
              </a:defRPr>
            </a:pPr>
            <a:r>
              <a:rPr sz="1875" b="1">
                <a:solidFill>
                  <a:srgbClr val="FFFFFF"/>
                </a:solidFill>
                <a:latin typeface="Arial"/>
                <a:ea typeface="Arial"/>
                <a:cs typeface="Arial"/>
              </a:rPr>
              <a:t>con pruebas</a:t>
            </a:r>
          </a:p>
        </p:txBody>
      </p:sp>
      <p:sp>
        <p:nvSpPr>
          <p:cNvPr id="15" name="Ejemplo verificado">
            <a:extLst xmlns:a="http://schemas.openxmlformats.org/drawingml/2006/main">
              <a:ext uri="{FF2B5EF4-FFF2-40B4-BE49-F238E27FC236}">
                <a16:creationId xmlns:a16="http://schemas.microsoft.com/office/drawing/2014/main" id="{CD28C973-7927-4013-B753-E71DF6F1333B}"/>
              </a:ext>
            </a:extLst>
          </p:cNvPr>
          <p:cNvSpPr>
            <a:spLocks xmlns:a="http://schemas.openxmlformats.org/drawingml/2006/main" noGrp="1"/>
          </p:cNvSpPr>
          <p:nvPr/>
        </p:nvSpPr>
        <p:spPr>
          <a:xfrm xmlns:a="http://schemas.openxmlformats.org/drawingml/2006/main">
            <a:off x="457200" y="3952875"/>
            <a:ext cx="11239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100" b="1">
                <a:solidFill>
                  <a:srgbClr val="104D70"/>
                </a:solidFill>
                <a:latin typeface="Arial"/>
                <a:ea typeface="Arial"/>
                <a:cs typeface="Arial"/>
              </a:defRPr>
            </a:defPPr>
            <a:lvl1pPr algn="l">
              <a:defRPr sz="2100" b="1">
                <a:solidFill>
                  <a:srgbClr val="104D70"/>
                </a:solidFill>
                <a:latin typeface="Arial"/>
                <a:ea typeface="Arial"/>
                <a:cs typeface="Arial"/>
              </a:defRPr>
            </a:lvl1pPr>
            <a:lvl2pPr algn="l">
              <a:defRPr sz="2100" b="1">
                <a:solidFill>
                  <a:srgbClr val="104D70"/>
                </a:solidFill>
                <a:latin typeface="Arial"/>
                <a:ea typeface="Arial"/>
                <a:cs typeface="Arial"/>
              </a:defRPr>
            </a:lvl2pPr>
            <a:lvl3pPr algn="l">
              <a:defRPr sz="2100" b="1">
                <a:solidFill>
                  <a:srgbClr val="104D70"/>
                </a:solidFill>
                <a:latin typeface="Arial"/>
                <a:ea typeface="Arial"/>
                <a:cs typeface="Arial"/>
              </a:defRPr>
            </a:lvl3pPr>
            <a:lvl4pPr algn="l">
              <a:defRPr sz="2100" b="1">
                <a:solidFill>
                  <a:srgbClr val="104D70"/>
                </a:solidFill>
                <a:latin typeface="Arial"/>
                <a:ea typeface="Arial"/>
                <a:cs typeface="Arial"/>
              </a:defRPr>
            </a:lvl4pPr>
            <a:lvl5pPr algn="l">
              <a:defRPr sz="2100" b="1">
                <a:solidFill>
                  <a:srgbClr val="104D70"/>
                </a:solidFill>
                <a:latin typeface="Arial"/>
                <a:ea typeface="Arial"/>
                <a:cs typeface="Arial"/>
              </a:defRPr>
            </a:lvl5pPr>
            <a:lvl6pPr algn="l">
              <a:defRPr sz="2100" b="1">
                <a:solidFill>
                  <a:srgbClr val="104D70"/>
                </a:solidFill>
                <a:latin typeface="Arial"/>
                <a:ea typeface="Arial"/>
                <a:cs typeface="Arial"/>
              </a:defRPr>
            </a:lvl6pPr>
            <a:lvl7pPr algn="l">
              <a:defRPr sz="2100" b="1">
                <a:solidFill>
                  <a:srgbClr val="104D70"/>
                </a:solidFill>
                <a:latin typeface="Arial"/>
                <a:ea typeface="Arial"/>
                <a:cs typeface="Arial"/>
              </a:defRPr>
            </a:lvl7pPr>
            <a:lvl8pPr algn="l">
              <a:defRPr sz="2100" b="1">
                <a:solidFill>
                  <a:srgbClr val="104D70"/>
                </a:solidFill>
                <a:latin typeface="Arial"/>
                <a:ea typeface="Arial"/>
                <a:cs typeface="Arial"/>
              </a:defRPr>
            </a:lvl8pPr>
            <a:lvl9pPr algn="l">
              <a:defRPr sz="2100" b="1">
                <a:solidFill>
                  <a:srgbClr val="104D70"/>
                </a:solidFill>
                <a:latin typeface="Arial"/>
                <a:ea typeface="Arial"/>
                <a:cs typeface="Arial"/>
              </a:defRPr>
            </a:lvl9pPr>
          </a:lstStyle>
          <a:p xmlns:a="http://schemas.openxmlformats.org/drawingml/2006/main">
            <a:pPr algn="l">
              <a:buNone/>
              <a:defRPr sz="2100" b="1">
                <a:solidFill>
                  <a:srgbClr val="104D70"/>
                </a:solidFill>
                <a:latin typeface="Arial"/>
                <a:ea typeface="Arial"/>
                <a:cs typeface="Arial"/>
              </a:defRPr>
            </a:pPr>
            <a:r>
              <a:rPr sz="2100" b="1">
                <a:solidFill>
                  <a:srgbClr val="104D70"/>
                </a:solidFill>
                <a:latin typeface="Arial"/>
                <a:ea typeface="Arial"/>
                <a:cs typeface="Arial"/>
              </a:rPr>
              <a:t>Ejemplo verificado</a:t>
            </a:r>
          </a:p>
        </p:txBody>
      </p:sp>
      <p:sp>
        <p:nvSpPr>
          <p:cNvPr id="16" name="Falta loan_amount → 1 prueba falla → regla co">
            <a:extLst xmlns:a="http://schemas.openxmlformats.org/drawingml/2006/main">
              <a:ext uri="{FF2B5EF4-FFF2-40B4-BE49-F238E27FC236}">
                <a16:creationId xmlns:a16="http://schemas.microsoft.com/office/drawing/2014/main" id="{AF053575-C49E-4F74-9528-E74DF8984ABE}"/>
              </a:ext>
            </a:extLst>
          </p:cNvPr>
          <p:cNvSpPr>
            <a:spLocks xmlns:a="http://schemas.openxmlformats.org/drawingml/2006/main" noGrp="1"/>
          </p:cNvSpPr>
          <p:nvPr/>
        </p:nvSpPr>
        <p:spPr>
          <a:xfrm xmlns:a="http://schemas.openxmlformats.org/drawingml/2006/main">
            <a:off x="457200" y="4533900"/>
            <a:ext cx="11049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250" b="0">
                <a:solidFill>
                  <a:srgbClr val="153444"/>
                </a:solidFill>
                <a:latin typeface="Arial"/>
                <a:ea typeface="Arial"/>
                <a:cs typeface="Arial"/>
              </a:defRPr>
            </a:defPPr>
            <a:lvl1pPr algn="l">
              <a:defRPr sz="2250" b="0">
                <a:solidFill>
                  <a:srgbClr val="153444"/>
                </a:solidFill>
                <a:latin typeface="Arial"/>
                <a:ea typeface="Arial"/>
                <a:cs typeface="Arial"/>
              </a:defRPr>
            </a:lvl1pPr>
            <a:lvl2pPr algn="l">
              <a:defRPr sz="2250" b="0">
                <a:solidFill>
                  <a:srgbClr val="153444"/>
                </a:solidFill>
                <a:latin typeface="Arial"/>
                <a:ea typeface="Arial"/>
                <a:cs typeface="Arial"/>
              </a:defRPr>
            </a:lvl2pPr>
            <a:lvl3pPr algn="l">
              <a:defRPr sz="2250" b="0">
                <a:solidFill>
                  <a:srgbClr val="153444"/>
                </a:solidFill>
                <a:latin typeface="Arial"/>
                <a:ea typeface="Arial"/>
                <a:cs typeface="Arial"/>
              </a:defRPr>
            </a:lvl3pPr>
            <a:lvl4pPr algn="l">
              <a:defRPr sz="2250" b="0">
                <a:solidFill>
                  <a:srgbClr val="153444"/>
                </a:solidFill>
                <a:latin typeface="Arial"/>
                <a:ea typeface="Arial"/>
                <a:cs typeface="Arial"/>
              </a:defRPr>
            </a:lvl4pPr>
            <a:lvl5pPr algn="l">
              <a:defRPr sz="2250" b="0">
                <a:solidFill>
                  <a:srgbClr val="153444"/>
                </a:solidFill>
                <a:latin typeface="Arial"/>
                <a:ea typeface="Arial"/>
                <a:cs typeface="Arial"/>
              </a:defRPr>
            </a:lvl5pPr>
            <a:lvl6pPr algn="l">
              <a:defRPr sz="2250" b="0">
                <a:solidFill>
                  <a:srgbClr val="153444"/>
                </a:solidFill>
                <a:latin typeface="Arial"/>
                <a:ea typeface="Arial"/>
                <a:cs typeface="Arial"/>
              </a:defRPr>
            </a:lvl6pPr>
            <a:lvl7pPr algn="l">
              <a:defRPr sz="2250" b="0">
                <a:solidFill>
                  <a:srgbClr val="153444"/>
                </a:solidFill>
                <a:latin typeface="Arial"/>
                <a:ea typeface="Arial"/>
                <a:cs typeface="Arial"/>
              </a:defRPr>
            </a:lvl7pPr>
            <a:lvl8pPr algn="l">
              <a:defRPr sz="2250" b="0">
                <a:solidFill>
                  <a:srgbClr val="153444"/>
                </a:solidFill>
                <a:latin typeface="Arial"/>
                <a:ea typeface="Arial"/>
                <a:cs typeface="Arial"/>
              </a:defRPr>
            </a:lvl8pPr>
            <a:lvl9pPr algn="l">
              <a:defRPr sz="2250" b="0">
                <a:solidFill>
                  <a:srgbClr val="153444"/>
                </a:solidFill>
                <a:latin typeface="Arial"/>
                <a:ea typeface="Arial"/>
                <a:cs typeface="Arial"/>
              </a:defRPr>
            </a:lvl9pPr>
          </a:lstStyle>
          <a:p xmlns:a="http://schemas.openxmlformats.org/drawingml/2006/main">
            <a:pPr algn="l">
              <a:buNone/>
              <a:defRPr sz="2250" b="0">
                <a:solidFill>
                  <a:srgbClr val="153444"/>
                </a:solidFill>
                <a:latin typeface="Arial"/>
                <a:ea typeface="Arial"/>
                <a:cs typeface="Arial"/>
              </a:defRPr>
            </a:pPr>
            <a:r>
              <a:rPr sz="2250" b="0">
                <a:solidFill>
                  <a:srgbClr val="153444"/>
                </a:solidFill>
                <a:latin typeface="Arial"/>
                <a:ea typeface="Arial"/>
                <a:cs typeface="Arial"/>
              </a:rPr>
              <a:t>Falta loan_amount → 1 prueba falla → regla corregida → 12 pruebas pasan</a:t>
            </a:r>
          </a:p>
        </p:txBody>
      </p:sp>
      <p:sp>
        <p:nvSpPr>
          <p:cNvPr id="17" name="Pairing: 2 sesiones documentadas y commits co">
            <a:extLst xmlns:a="http://schemas.openxmlformats.org/drawingml/2006/main">
              <a:ext uri="{FF2B5EF4-FFF2-40B4-BE49-F238E27FC236}">
                <a16:creationId xmlns:a16="http://schemas.microsoft.com/office/drawing/2014/main" id="{77112F96-7220-4990-991E-97ACF777B39E}"/>
              </a:ext>
            </a:extLst>
          </p:cNvPr>
          <p:cNvSpPr>
            <a:spLocks xmlns:a="http://schemas.openxmlformats.org/drawingml/2006/main" noGrp="1"/>
          </p:cNvSpPr>
          <p:nvPr/>
        </p:nvSpPr>
        <p:spPr>
          <a:xfrm xmlns:a="http://schemas.openxmlformats.org/drawingml/2006/main">
            <a:off x="457200" y="5505450"/>
            <a:ext cx="11239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875" b="1">
                <a:solidFill>
                  <a:srgbClr val="10998D"/>
                </a:solidFill>
                <a:latin typeface="Arial"/>
                <a:ea typeface="Arial"/>
                <a:cs typeface="Arial"/>
              </a:defRPr>
            </a:defPPr>
            <a:lvl1pPr algn="l">
              <a:defRPr sz="1875" b="1">
                <a:solidFill>
                  <a:srgbClr val="10998D"/>
                </a:solidFill>
                <a:latin typeface="Arial"/>
                <a:ea typeface="Arial"/>
                <a:cs typeface="Arial"/>
              </a:defRPr>
            </a:lvl1pPr>
            <a:lvl2pPr algn="l">
              <a:defRPr sz="1875" b="1">
                <a:solidFill>
                  <a:srgbClr val="10998D"/>
                </a:solidFill>
                <a:latin typeface="Arial"/>
                <a:ea typeface="Arial"/>
                <a:cs typeface="Arial"/>
              </a:defRPr>
            </a:lvl2pPr>
            <a:lvl3pPr algn="l">
              <a:defRPr sz="1875" b="1">
                <a:solidFill>
                  <a:srgbClr val="10998D"/>
                </a:solidFill>
                <a:latin typeface="Arial"/>
                <a:ea typeface="Arial"/>
                <a:cs typeface="Arial"/>
              </a:defRPr>
            </a:lvl3pPr>
            <a:lvl4pPr algn="l">
              <a:defRPr sz="1875" b="1">
                <a:solidFill>
                  <a:srgbClr val="10998D"/>
                </a:solidFill>
                <a:latin typeface="Arial"/>
                <a:ea typeface="Arial"/>
                <a:cs typeface="Arial"/>
              </a:defRPr>
            </a:lvl4pPr>
            <a:lvl5pPr algn="l">
              <a:defRPr sz="1875" b="1">
                <a:solidFill>
                  <a:srgbClr val="10998D"/>
                </a:solidFill>
                <a:latin typeface="Arial"/>
                <a:ea typeface="Arial"/>
                <a:cs typeface="Arial"/>
              </a:defRPr>
            </a:lvl5pPr>
            <a:lvl6pPr algn="l">
              <a:defRPr sz="1875" b="1">
                <a:solidFill>
                  <a:srgbClr val="10998D"/>
                </a:solidFill>
                <a:latin typeface="Arial"/>
                <a:ea typeface="Arial"/>
                <a:cs typeface="Arial"/>
              </a:defRPr>
            </a:lvl6pPr>
            <a:lvl7pPr algn="l">
              <a:defRPr sz="1875" b="1">
                <a:solidFill>
                  <a:srgbClr val="10998D"/>
                </a:solidFill>
                <a:latin typeface="Arial"/>
                <a:ea typeface="Arial"/>
                <a:cs typeface="Arial"/>
              </a:defRPr>
            </a:lvl7pPr>
            <a:lvl8pPr algn="l">
              <a:defRPr sz="1875" b="1">
                <a:solidFill>
                  <a:srgbClr val="10998D"/>
                </a:solidFill>
                <a:latin typeface="Arial"/>
                <a:ea typeface="Arial"/>
                <a:cs typeface="Arial"/>
              </a:defRPr>
            </a:lvl8pPr>
            <a:lvl9pPr algn="l">
              <a:defRPr sz="1875" b="1">
                <a:solidFill>
                  <a:srgbClr val="10998D"/>
                </a:solidFill>
                <a:latin typeface="Arial"/>
                <a:ea typeface="Arial"/>
                <a:cs typeface="Arial"/>
              </a:defRPr>
            </a:lvl9pPr>
          </a:lstStyle>
          <a:p xmlns:a="http://schemas.openxmlformats.org/drawingml/2006/main">
            <a:pPr algn="l">
              <a:buNone/>
              <a:defRPr sz="1875" b="1">
                <a:solidFill>
                  <a:srgbClr val="10998D"/>
                </a:solidFill>
                <a:latin typeface="Arial"/>
                <a:ea typeface="Arial"/>
                <a:cs typeface="Arial"/>
              </a:defRPr>
            </a:pPr>
            <a:r>
              <a:rPr sz="1875" b="1">
                <a:solidFill>
                  <a:srgbClr val="10998D"/>
                </a:solidFill>
                <a:latin typeface="Arial"/>
                <a:ea typeface="Arial"/>
                <a:cs typeface="Arial"/>
              </a:rPr>
              <a:t>Pairing: 2 sesiones documentadas y commits con coautoría</a:t>
            </a:r>
          </a:p>
        </p:txBody>
      </p:sp>
      <p:sp>
        <p:nvSpPr>
          <p:cNvPr id="18" name="Historial reproducido en copias aisladas. La ">
            <a:extLst xmlns:a="http://schemas.openxmlformats.org/drawingml/2006/main">
              <a:ext uri="{FF2B5EF4-FFF2-40B4-BE49-F238E27FC236}">
                <a16:creationId xmlns:a16="http://schemas.microsoft.com/office/drawing/2014/main" id="{4F9F3109-BE24-4433-804F-DA45B2367E58}"/>
              </a:ext>
            </a:extLst>
          </p:cNvPr>
          <p:cNvSpPr>
            <a:spLocks xmlns:a="http://schemas.openxmlformats.org/drawingml/2006/main" noGrp="1"/>
          </p:cNvSpPr>
          <p:nvPr/>
        </p:nvSpPr>
        <p:spPr>
          <a:xfrm xmlns:a="http://schemas.openxmlformats.org/drawingml/2006/main">
            <a:off x="457200" y="6191250"/>
            <a:ext cx="11277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125" b="0">
                <a:solidFill>
                  <a:srgbClr val="55707D"/>
                </a:solidFill>
                <a:latin typeface="Arial"/>
                <a:ea typeface="Arial"/>
                <a:cs typeface="Arial"/>
              </a:defRPr>
            </a:defPPr>
            <a:lvl1pPr algn="l">
              <a:defRPr sz="1125" b="0">
                <a:solidFill>
                  <a:srgbClr val="55707D"/>
                </a:solidFill>
                <a:latin typeface="Arial"/>
                <a:ea typeface="Arial"/>
                <a:cs typeface="Arial"/>
              </a:defRPr>
            </a:lvl1pPr>
            <a:lvl2pPr algn="l">
              <a:defRPr sz="1125" b="0">
                <a:solidFill>
                  <a:srgbClr val="55707D"/>
                </a:solidFill>
                <a:latin typeface="Arial"/>
                <a:ea typeface="Arial"/>
                <a:cs typeface="Arial"/>
              </a:defRPr>
            </a:lvl2pPr>
            <a:lvl3pPr algn="l">
              <a:defRPr sz="1125" b="0">
                <a:solidFill>
                  <a:srgbClr val="55707D"/>
                </a:solidFill>
                <a:latin typeface="Arial"/>
                <a:ea typeface="Arial"/>
                <a:cs typeface="Arial"/>
              </a:defRPr>
            </a:lvl3pPr>
            <a:lvl4pPr algn="l">
              <a:defRPr sz="1125" b="0">
                <a:solidFill>
                  <a:srgbClr val="55707D"/>
                </a:solidFill>
                <a:latin typeface="Arial"/>
                <a:ea typeface="Arial"/>
                <a:cs typeface="Arial"/>
              </a:defRPr>
            </a:lvl4pPr>
            <a:lvl5pPr algn="l">
              <a:defRPr sz="1125" b="0">
                <a:solidFill>
                  <a:srgbClr val="55707D"/>
                </a:solidFill>
                <a:latin typeface="Arial"/>
                <a:ea typeface="Arial"/>
                <a:cs typeface="Arial"/>
              </a:defRPr>
            </a:lvl5pPr>
            <a:lvl6pPr algn="l">
              <a:defRPr sz="1125" b="0">
                <a:solidFill>
                  <a:srgbClr val="55707D"/>
                </a:solidFill>
                <a:latin typeface="Arial"/>
                <a:ea typeface="Arial"/>
                <a:cs typeface="Arial"/>
              </a:defRPr>
            </a:lvl6pPr>
            <a:lvl7pPr algn="l">
              <a:defRPr sz="1125" b="0">
                <a:solidFill>
                  <a:srgbClr val="55707D"/>
                </a:solidFill>
                <a:latin typeface="Arial"/>
                <a:ea typeface="Arial"/>
                <a:cs typeface="Arial"/>
              </a:defRPr>
            </a:lvl7pPr>
            <a:lvl8pPr algn="l">
              <a:defRPr sz="1125" b="0">
                <a:solidFill>
                  <a:srgbClr val="55707D"/>
                </a:solidFill>
                <a:latin typeface="Arial"/>
                <a:ea typeface="Arial"/>
                <a:cs typeface="Arial"/>
              </a:defRPr>
            </a:lvl8pPr>
            <a:lvl9pPr algn="l">
              <a:defRPr sz="1125" b="0">
                <a:solidFill>
                  <a:srgbClr val="55707D"/>
                </a:solidFill>
                <a:latin typeface="Arial"/>
                <a:ea typeface="Arial"/>
                <a:cs typeface="Arial"/>
              </a:defRPr>
            </a:lvl9pPr>
          </a:lstStyle>
          <a:p xmlns:a="http://schemas.openxmlformats.org/drawingml/2006/main">
            <a:pPr algn="l">
              <a:buNone/>
              <a:defRPr sz="1125" b="0">
                <a:solidFill>
                  <a:srgbClr val="55707D"/>
                </a:solidFill>
                <a:latin typeface="Arial"/>
                <a:ea typeface="Arial"/>
                <a:cs typeface="Arial"/>
              </a:defRPr>
            </a:pPr>
            <a:r>
              <a:rPr sz="1125" b="0">
                <a:solidFill>
                  <a:srgbClr val="55707D"/>
                </a:solidFill>
                <a:latin typeface="Arial"/>
                <a:ea typeface="Arial"/>
                <a:cs typeface="Arial"/>
              </a:rPr>
              <a:t>Historial reproducido en copias aisladas. La bitácora describe roles de piloto y copiloto.</a:t>
            </a:r>
          </a:p>
        </p:txBody>
      </p:sp>
    </p:spTree>
    <p:extLst>
      <p:ext uri="{BB962C8B-B14F-4D97-AF65-F5344CB8AC3E}">
        <p14:creationId xmlns:p14="http://schemas.microsoft.com/office/powerpoint/2010/main" val="779226560"/>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8ED369D1-8663-4794-8678-A28A87D7E1D8}"/>
              </a:ext>
            </a:extLst>
          </p:cNvPr>
          <p:cNvSpPr>
            <a:spLocks xmlns:a="http://schemas.openxmlformats.org/drawingml/2006/main" noGrp="1"/>
          </p:cNvSpPr>
          <p:nvPr/>
        </p:nvSpPr>
        <p:spPr>
          <a:xfrm xmlns:a="http://schemas.openxmlformats.org/drawingml/2006/main">
            <a:off x="0" y="0"/>
            <a:ext cx="12192000" cy="990600"/>
          </a:xfrm>
          <a:prstGeom xmlns:a="http://schemas.openxmlformats.org/drawingml/2006/main" prst="rect">
            <a:avLst/>
          </a:prstGeom>
          <a:solidFill xmlns:a="http://schemas.openxmlformats.org/drawingml/2006/main">
            <a:srgbClr val="104D70"/>
          </a:solidFill>
          <a:ln xmlns:a="http://schemas.openxmlformats.org/drawingml/2006/main" w="0">
            <a:noFill/>
          </a:ln>
        </p:spPr>
      </p:sp>
      <p:sp>
        <p:nvSpPr>
          <p:cNvPr id="2" name="Un solo lugar para mantener las reglas">
            <a:extLst xmlns:a="http://schemas.openxmlformats.org/drawingml/2006/main">
              <a:ext uri="{FF2B5EF4-FFF2-40B4-BE49-F238E27FC236}">
                <a16:creationId xmlns:a16="http://schemas.microsoft.com/office/drawing/2014/main" id="{CDEADEC7-725A-4F27-81A2-8A15F504486A}"/>
              </a:ext>
            </a:extLst>
          </p:cNvPr>
          <p:cNvSpPr>
            <a:spLocks xmlns:a="http://schemas.openxmlformats.org/drawingml/2006/main" noGrp="1"/>
          </p:cNvSpPr>
          <p:nvPr/>
        </p:nvSpPr>
        <p:spPr>
          <a:xfrm xmlns:a="http://schemas.openxmlformats.org/drawingml/2006/main">
            <a:off x="457200" y="276225"/>
            <a:ext cx="11239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850" b="1">
                <a:solidFill>
                  <a:srgbClr val="FFFFFF"/>
                </a:solidFill>
                <a:latin typeface="Arial"/>
                <a:ea typeface="Arial"/>
                <a:cs typeface="Arial"/>
              </a:defRPr>
            </a:defPPr>
            <a:lvl1pPr algn="l">
              <a:defRPr sz="2850" b="1">
                <a:solidFill>
                  <a:srgbClr val="FFFFFF"/>
                </a:solidFill>
                <a:latin typeface="Arial"/>
                <a:ea typeface="Arial"/>
                <a:cs typeface="Arial"/>
              </a:defRPr>
            </a:lvl1pPr>
            <a:lvl2pPr algn="l">
              <a:defRPr sz="2850" b="1">
                <a:solidFill>
                  <a:srgbClr val="FFFFFF"/>
                </a:solidFill>
                <a:latin typeface="Arial"/>
                <a:ea typeface="Arial"/>
                <a:cs typeface="Arial"/>
              </a:defRPr>
            </a:lvl2pPr>
            <a:lvl3pPr algn="l">
              <a:defRPr sz="2850" b="1">
                <a:solidFill>
                  <a:srgbClr val="FFFFFF"/>
                </a:solidFill>
                <a:latin typeface="Arial"/>
                <a:ea typeface="Arial"/>
                <a:cs typeface="Arial"/>
              </a:defRPr>
            </a:lvl3pPr>
            <a:lvl4pPr algn="l">
              <a:defRPr sz="2850" b="1">
                <a:solidFill>
                  <a:srgbClr val="FFFFFF"/>
                </a:solidFill>
                <a:latin typeface="Arial"/>
                <a:ea typeface="Arial"/>
                <a:cs typeface="Arial"/>
              </a:defRPr>
            </a:lvl4pPr>
            <a:lvl5pPr algn="l">
              <a:defRPr sz="2850" b="1">
                <a:solidFill>
                  <a:srgbClr val="FFFFFF"/>
                </a:solidFill>
                <a:latin typeface="Arial"/>
                <a:ea typeface="Arial"/>
                <a:cs typeface="Arial"/>
              </a:defRPr>
            </a:lvl5pPr>
            <a:lvl6pPr algn="l">
              <a:defRPr sz="2850" b="1">
                <a:solidFill>
                  <a:srgbClr val="FFFFFF"/>
                </a:solidFill>
                <a:latin typeface="Arial"/>
                <a:ea typeface="Arial"/>
                <a:cs typeface="Arial"/>
              </a:defRPr>
            </a:lvl6pPr>
            <a:lvl7pPr algn="l">
              <a:defRPr sz="2850" b="1">
                <a:solidFill>
                  <a:srgbClr val="FFFFFF"/>
                </a:solidFill>
                <a:latin typeface="Arial"/>
                <a:ea typeface="Arial"/>
                <a:cs typeface="Arial"/>
              </a:defRPr>
            </a:lvl7pPr>
            <a:lvl8pPr algn="l">
              <a:defRPr sz="2850" b="1">
                <a:solidFill>
                  <a:srgbClr val="FFFFFF"/>
                </a:solidFill>
                <a:latin typeface="Arial"/>
                <a:ea typeface="Arial"/>
                <a:cs typeface="Arial"/>
              </a:defRPr>
            </a:lvl8pPr>
            <a:lvl9pPr algn="l">
              <a:defRPr sz="2850" b="1">
                <a:solidFill>
                  <a:srgbClr val="FFFFFF"/>
                </a:solidFill>
                <a:latin typeface="Arial"/>
                <a:ea typeface="Arial"/>
                <a:cs typeface="Arial"/>
              </a:defRPr>
            </a:lvl9pPr>
          </a:lstStyle>
          <a:p xmlns:a="http://schemas.openxmlformats.org/drawingml/2006/main">
            <a:pPr algn="l">
              <a:buNone/>
              <a:defRPr sz="2850" b="1">
                <a:solidFill>
                  <a:srgbClr val="FFFFFF"/>
                </a:solidFill>
                <a:latin typeface="Arial"/>
                <a:ea typeface="Arial"/>
                <a:cs typeface="Arial"/>
              </a:defRPr>
            </a:pPr>
            <a:r>
              <a:rPr sz="2850" b="1">
                <a:solidFill>
                  <a:srgbClr val="FFFFFF"/>
                </a:solidFill>
                <a:latin typeface="Arial"/>
                <a:ea typeface="Arial"/>
                <a:cs typeface="Arial"/>
              </a:rPr>
              <a:t>Un solo lugar para mantener las reglas</a:t>
            </a:r>
          </a:p>
        </p:txBody>
      </p:sp>
      <p:sp>
        <p:nvSpPr>
          <p:cNvPr id="3" name="CORTE 2 · SCRUM + XP">
            <a:extLst xmlns:a="http://schemas.openxmlformats.org/drawingml/2006/main">
              <a:ext uri="{FF2B5EF4-FFF2-40B4-BE49-F238E27FC236}">
                <a16:creationId xmlns:a16="http://schemas.microsoft.com/office/drawing/2014/main" id="{9F7BF050-E706-4089-B64F-831B134B538F}"/>
              </a:ext>
            </a:extLst>
          </p:cNvPr>
          <p:cNvSpPr>
            <a:spLocks xmlns:a="http://schemas.openxmlformats.org/drawingml/2006/main" noGrp="1"/>
          </p:cNvSpPr>
          <p:nvPr/>
        </p:nvSpPr>
        <p:spPr>
          <a:xfrm xmlns:a="http://schemas.openxmlformats.org/drawingml/2006/main">
            <a:off x="457200" y="1200150"/>
            <a:ext cx="11191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125" b="1">
                <a:solidFill>
                  <a:srgbClr val="55707D"/>
                </a:solidFill>
                <a:latin typeface="Arial"/>
                <a:ea typeface="Arial"/>
                <a:cs typeface="Arial"/>
              </a:defRPr>
            </a:defPPr>
            <a:lvl1pPr algn="l">
              <a:defRPr sz="1125" b="1">
                <a:solidFill>
                  <a:srgbClr val="55707D"/>
                </a:solidFill>
                <a:latin typeface="Arial"/>
                <a:ea typeface="Arial"/>
                <a:cs typeface="Arial"/>
              </a:defRPr>
            </a:lvl1pPr>
            <a:lvl2pPr algn="l">
              <a:defRPr sz="1125" b="1">
                <a:solidFill>
                  <a:srgbClr val="55707D"/>
                </a:solidFill>
                <a:latin typeface="Arial"/>
                <a:ea typeface="Arial"/>
                <a:cs typeface="Arial"/>
              </a:defRPr>
            </a:lvl2pPr>
            <a:lvl3pPr algn="l">
              <a:defRPr sz="1125" b="1">
                <a:solidFill>
                  <a:srgbClr val="55707D"/>
                </a:solidFill>
                <a:latin typeface="Arial"/>
                <a:ea typeface="Arial"/>
                <a:cs typeface="Arial"/>
              </a:defRPr>
            </a:lvl3pPr>
            <a:lvl4pPr algn="l">
              <a:defRPr sz="1125" b="1">
                <a:solidFill>
                  <a:srgbClr val="55707D"/>
                </a:solidFill>
                <a:latin typeface="Arial"/>
                <a:ea typeface="Arial"/>
                <a:cs typeface="Arial"/>
              </a:defRPr>
            </a:lvl4pPr>
            <a:lvl5pPr algn="l">
              <a:defRPr sz="1125" b="1">
                <a:solidFill>
                  <a:srgbClr val="55707D"/>
                </a:solidFill>
                <a:latin typeface="Arial"/>
                <a:ea typeface="Arial"/>
                <a:cs typeface="Arial"/>
              </a:defRPr>
            </a:lvl5pPr>
            <a:lvl6pPr algn="l">
              <a:defRPr sz="1125" b="1">
                <a:solidFill>
                  <a:srgbClr val="55707D"/>
                </a:solidFill>
                <a:latin typeface="Arial"/>
                <a:ea typeface="Arial"/>
                <a:cs typeface="Arial"/>
              </a:defRPr>
            </a:lvl6pPr>
            <a:lvl7pPr algn="l">
              <a:defRPr sz="1125" b="1">
                <a:solidFill>
                  <a:srgbClr val="55707D"/>
                </a:solidFill>
                <a:latin typeface="Arial"/>
                <a:ea typeface="Arial"/>
                <a:cs typeface="Arial"/>
              </a:defRPr>
            </a:lvl7pPr>
            <a:lvl8pPr algn="l">
              <a:defRPr sz="1125" b="1">
                <a:solidFill>
                  <a:srgbClr val="55707D"/>
                </a:solidFill>
                <a:latin typeface="Arial"/>
                <a:ea typeface="Arial"/>
                <a:cs typeface="Arial"/>
              </a:defRPr>
            </a:lvl8pPr>
            <a:lvl9pPr algn="l">
              <a:defRPr sz="1125" b="1">
                <a:solidFill>
                  <a:srgbClr val="55707D"/>
                </a:solidFill>
                <a:latin typeface="Arial"/>
                <a:ea typeface="Arial"/>
                <a:cs typeface="Arial"/>
              </a:defRPr>
            </a:lvl9pPr>
          </a:lstStyle>
          <a:p xmlns:a="http://schemas.openxmlformats.org/drawingml/2006/main">
            <a:pPr algn="l">
              <a:buNone/>
              <a:defRPr sz="1125" b="1">
                <a:solidFill>
                  <a:srgbClr val="55707D"/>
                </a:solidFill>
                <a:latin typeface="Arial"/>
                <a:ea typeface="Arial"/>
                <a:cs typeface="Arial"/>
              </a:defRPr>
            </a:pPr>
            <a:r>
              <a:rPr sz="1125" b="1">
                <a:solidFill>
                  <a:srgbClr val="55707D"/>
                </a:solidFill>
                <a:latin typeface="Arial"/>
                <a:ea typeface="Arial"/>
                <a:cs typeface="Arial"/>
              </a:rPr>
              <a:t>CORTE 2 · SCRUM + XP</a:t>
            </a:r>
          </a:p>
        </p:txBody>
      </p:sp>
      <p:sp>
        <p:nvSpPr>
          <p:cNvPr id="4" name="">
            <a:extLst xmlns:a="http://schemas.openxmlformats.org/drawingml/2006/main">
              <a:ext uri="{FF2B5EF4-FFF2-40B4-BE49-F238E27FC236}">
                <a16:creationId xmlns:a16="http://schemas.microsoft.com/office/drawing/2014/main" id="{8B0BD4F8-82D7-489E-813A-4AC0BACAF858}"/>
              </a:ext>
            </a:extLst>
          </p:cNvPr>
          <p:cNvSpPr>
            <a:spLocks xmlns:a="http://schemas.openxmlformats.org/drawingml/2006/main" noGrp="1"/>
          </p:cNvSpPr>
          <p:nvPr/>
        </p:nvSpPr>
        <p:spPr>
          <a:xfrm xmlns:a="http://schemas.openxmlformats.org/drawingml/2006/main">
            <a:off x="0" y="6543675"/>
            <a:ext cx="12192000" cy="314325"/>
          </a:xfrm>
          <a:prstGeom xmlns:a="http://schemas.openxmlformats.org/drawingml/2006/main" prst="rect">
            <a:avLst/>
          </a:prstGeom>
          <a:solidFill xmlns:a="http://schemas.openxmlformats.org/drawingml/2006/main">
            <a:srgbClr val="104D70"/>
          </a:solidFill>
          <a:ln xmlns:a="http://schemas.openxmlformats.org/drawingml/2006/main" w="0">
            <a:noFill/>
          </a:ln>
        </p:spPr>
      </p:sp>
      <p:sp>
        <p:nvSpPr>
          <p:cNvPr id="5" name="DataForge Consulting · FinBank">
            <a:extLst xmlns:a="http://schemas.openxmlformats.org/drawingml/2006/main">
              <a:ext uri="{FF2B5EF4-FFF2-40B4-BE49-F238E27FC236}">
                <a16:creationId xmlns:a16="http://schemas.microsoft.com/office/drawing/2014/main" id="{7017B305-407A-4A65-BD38-C95611F61E30}"/>
              </a:ext>
            </a:extLst>
          </p:cNvPr>
          <p:cNvSpPr>
            <a:spLocks xmlns:a="http://schemas.openxmlformats.org/drawingml/2006/main" noGrp="1"/>
          </p:cNvSpPr>
          <p:nvPr/>
        </p:nvSpPr>
        <p:spPr>
          <a:xfrm xmlns:a="http://schemas.openxmlformats.org/drawingml/2006/main">
            <a:off x="457200" y="6619875"/>
            <a:ext cx="5429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050" b="0">
                <a:solidFill>
                  <a:srgbClr val="FFFFFF"/>
                </a:solidFill>
                <a:latin typeface="Arial"/>
                <a:ea typeface="Arial"/>
                <a:cs typeface="Arial"/>
              </a:defRPr>
            </a:defPPr>
            <a:lvl1pPr algn="l">
              <a:defRPr sz="1050" b="0">
                <a:solidFill>
                  <a:srgbClr val="FFFFFF"/>
                </a:solidFill>
                <a:latin typeface="Arial"/>
                <a:ea typeface="Arial"/>
                <a:cs typeface="Arial"/>
              </a:defRPr>
            </a:lvl1pPr>
            <a:lvl2pPr algn="l">
              <a:defRPr sz="1050" b="0">
                <a:solidFill>
                  <a:srgbClr val="FFFFFF"/>
                </a:solidFill>
                <a:latin typeface="Arial"/>
                <a:ea typeface="Arial"/>
                <a:cs typeface="Arial"/>
              </a:defRPr>
            </a:lvl2pPr>
            <a:lvl3pPr algn="l">
              <a:defRPr sz="1050" b="0">
                <a:solidFill>
                  <a:srgbClr val="FFFFFF"/>
                </a:solidFill>
                <a:latin typeface="Arial"/>
                <a:ea typeface="Arial"/>
                <a:cs typeface="Arial"/>
              </a:defRPr>
            </a:lvl3pPr>
            <a:lvl4pPr algn="l">
              <a:defRPr sz="1050" b="0">
                <a:solidFill>
                  <a:srgbClr val="FFFFFF"/>
                </a:solidFill>
                <a:latin typeface="Arial"/>
                <a:ea typeface="Arial"/>
                <a:cs typeface="Arial"/>
              </a:defRPr>
            </a:lvl4pPr>
            <a:lvl5pPr algn="l">
              <a:defRPr sz="1050" b="0">
                <a:solidFill>
                  <a:srgbClr val="FFFFFF"/>
                </a:solidFill>
                <a:latin typeface="Arial"/>
                <a:ea typeface="Arial"/>
                <a:cs typeface="Arial"/>
              </a:defRPr>
            </a:lvl5pPr>
            <a:lvl6pPr algn="l">
              <a:defRPr sz="1050" b="0">
                <a:solidFill>
                  <a:srgbClr val="FFFFFF"/>
                </a:solidFill>
                <a:latin typeface="Arial"/>
                <a:ea typeface="Arial"/>
                <a:cs typeface="Arial"/>
              </a:defRPr>
            </a:lvl6pPr>
            <a:lvl7pPr algn="l">
              <a:defRPr sz="1050" b="0">
                <a:solidFill>
                  <a:srgbClr val="FFFFFF"/>
                </a:solidFill>
                <a:latin typeface="Arial"/>
                <a:ea typeface="Arial"/>
                <a:cs typeface="Arial"/>
              </a:defRPr>
            </a:lvl7pPr>
            <a:lvl8pPr algn="l">
              <a:defRPr sz="1050" b="0">
                <a:solidFill>
                  <a:srgbClr val="FFFFFF"/>
                </a:solidFill>
                <a:latin typeface="Arial"/>
                <a:ea typeface="Arial"/>
                <a:cs typeface="Arial"/>
              </a:defRPr>
            </a:lvl8pPr>
            <a:lvl9pPr algn="l">
              <a:defRPr sz="1050" b="0">
                <a:solidFill>
                  <a:srgbClr val="FFFFFF"/>
                </a:solidFill>
                <a:latin typeface="Arial"/>
                <a:ea typeface="Arial"/>
                <a:cs typeface="Arial"/>
              </a:defRPr>
            </a:lvl9pPr>
          </a:lstStyle>
          <a:p xmlns:a="http://schemas.openxmlformats.org/drawingml/2006/main">
            <a:pPr algn="l">
              <a:buNone/>
              <a:defRPr sz="1050" b="0">
                <a:solidFill>
                  <a:srgbClr val="FFFFFF"/>
                </a:solidFill>
                <a:latin typeface="Arial"/>
                <a:ea typeface="Arial"/>
                <a:cs typeface="Arial"/>
              </a:defRPr>
            </a:pPr>
            <a:r>
              <a:rPr sz="1050" b="0">
                <a:solidFill>
                  <a:srgbClr val="FFFFFF"/>
                </a:solidFill>
                <a:latin typeface="Arial"/>
                <a:ea typeface="Arial"/>
                <a:cs typeface="Arial"/>
              </a:rPr>
              <a:t>DataForge Consulting · FinBank</a:t>
            </a:r>
          </a:p>
        </p:txBody>
      </p:sp>
      <p:sp>
        <p:nvSpPr>
          <p:cNvPr id="6" name="Rafael Baracaldo  |  08">
            <a:extLst xmlns:a="http://schemas.openxmlformats.org/drawingml/2006/main">
              <a:ext uri="{FF2B5EF4-FFF2-40B4-BE49-F238E27FC236}">
                <a16:creationId xmlns:a16="http://schemas.microsoft.com/office/drawing/2014/main" id="{CAD44B9C-2ED0-4B01-A0F7-3C504D881CFD}"/>
              </a:ext>
            </a:extLst>
          </p:cNvPr>
          <p:cNvSpPr>
            <a:spLocks xmlns:a="http://schemas.openxmlformats.org/drawingml/2006/main" noGrp="1"/>
          </p:cNvSpPr>
          <p:nvPr/>
        </p:nvSpPr>
        <p:spPr>
          <a:xfrm xmlns:a="http://schemas.openxmlformats.org/drawingml/2006/main">
            <a:off x="7048500" y="6619875"/>
            <a:ext cx="466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r">
              <a:defRPr sz="1050" b="0">
                <a:solidFill>
                  <a:srgbClr val="FFFFFF"/>
                </a:solidFill>
                <a:latin typeface="Arial"/>
                <a:ea typeface="Arial"/>
                <a:cs typeface="Arial"/>
              </a:defRPr>
            </a:defPPr>
            <a:lvl1pPr algn="r">
              <a:defRPr sz="1050" b="0">
                <a:solidFill>
                  <a:srgbClr val="FFFFFF"/>
                </a:solidFill>
                <a:latin typeface="Arial"/>
                <a:ea typeface="Arial"/>
                <a:cs typeface="Arial"/>
              </a:defRPr>
            </a:lvl1pPr>
            <a:lvl2pPr algn="r">
              <a:defRPr sz="1050" b="0">
                <a:solidFill>
                  <a:srgbClr val="FFFFFF"/>
                </a:solidFill>
                <a:latin typeface="Arial"/>
                <a:ea typeface="Arial"/>
                <a:cs typeface="Arial"/>
              </a:defRPr>
            </a:lvl2pPr>
            <a:lvl3pPr algn="r">
              <a:defRPr sz="1050" b="0">
                <a:solidFill>
                  <a:srgbClr val="FFFFFF"/>
                </a:solidFill>
                <a:latin typeface="Arial"/>
                <a:ea typeface="Arial"/>
                <a:cs typeface="Arial"/>
              </a:defRPr>
            </a:lvl3pPr>
            <a:lvl4pPr algn="r">
              <a:defRPr sz="1050" b="0">
                <a:solidFill>
                  <a:srgbClr val="FFFFFF"/>
                </a:solidFill>
                <a:latin typeface="Arial"/>
                <a:ea typeface="Arial"/>
                <a:cs typeface="Arial"/>
              </a:defRPr>
            </a:lvl4pPr>
            <a:lvl5pPr algn="r">
              <a:defRPr sz="1050" b="0">
                <a:solidFill>
                  <a:srgbClr val="FFFFFF"/>
                </a:solidFill>
                <a:latin typeface="Arial"/>
                <a:ea typeface="Arial"/>
                <a:cs typeface="Arial"/>
              </a:defRPr>
            </a:lvl5pPr>
            <a:lvl6pPr algn="r">
              <a:defRPr sz="1050" b="0">
                <a:solidFill>
                  <a:srgbClr val="FFFFFF"/>
                </a:solidFill>
                <a:latin typeface="Arial"/>
                <a:ea typeface="Arial"/>
                <a:cs typeface="Arial"/>
              </a:defRPr>
            </a:lvl6pPr>
            <a:lvl7pPr algn="r">
              <a:defRPr sz="1050" b="0">
                <a:solidFill>
                  <a:srgbClr val="FFFFFF"/>
                </a:solidFill>
                <a:latin typeface="Arial"/>
                <a:ea typeface="Arial"/>
                <a:cs typeface="Arial"/>
              </a:defRPr>
            </a:lvl7pPr>
            <a:lvl8pPr algn="r">
              <a:defRPr sz="1050" b="0">
                <a:solidFill>
                  <a:srgbClr val="FFFFFF"/>
                </a:solidFill>
                <a:latin typeface="Arial"/>
                <a:ea typeface="Arial"/>
                <a:cs typeface="Arial"/>
              </a:defRPr>
            </a:lvl8pPr>
            <a:lvl9pPr algn="r">
              <a:defRPr sz="1050" b="0">
                <a:solidFill>
                  <a:srgbClr val="FFFFFF"/>
                </a:solidFill>
                <a:latin typeface="Arial"/>
                <a:ea typeface="Arial"/>
                <a:cs typeface="Arial"/>
              </a:defRPr>
            </a:lvl9pPr>
          </a:lstStyle>
          <a:p xmlns:a="http://schemas.openxmlformats.org/drawingml/2006/main">
            <a:pPr algn="r">
              <a:buNone/>
              <a:defRPr sz="1050" b="0">
                <a:solidFill>
                  <a:srgbClr val="FFFFFF"/>
                </a:solidFill>
                <a:latin typeface="Arial"/>
                <a:ea typeface="Arial"/>
                <a:cs typeface="Arial"/>
              </a:defRPr>
            </a:pPr>
            <a:r>
              <a:rPr sz="1050" b="0">
                <a:solidFill>
                  <a:srgbClr val="FFFFFF"/>
                </a:solidFill>
                <a:latin typeface="Arial"/>
                <a:ea typeface="Arial"/>
                <a:cs typeface="Arial"/>
              </a:rPr>
              <a:t>Rafael Baracaldo  |  08</a:t>
            </a:r>
          </a:p>
        </p:txBody>
      </p:sp>
      <p:sp>
        <p:nvSpPr>
          <p:cNvPr id="7" name="ANTES">
            <a:extLst xmlns:a="http://schemas.openxmlformats.org/drawingml/2006/main">
              <a:ext uri="{FF2B5EF4-FFF2-40B4-BE49-F238E27FC236}">
                <a16:creationId xmlns:a16="http://schemas.microsoft.com/office/drawing/2014/main" id="{E406BB27-67EB-4511-8E98-20BDD2083C22}"/>
              </a:ext>
            </a:extLst>
          </p:cNvPr>
          <p:cNvSpPr>
            <a:spLocks xmlns:a="http://schemas.openxmlformats.org/drawingml/2006/main" noGrp="1"/>
          </p:cNvSpPr>
          <p:nvPr/>
        </p:nvSpPr>
        <p:spPr>
          <a:xfrm xmlns:a="http://schemas.openxmlformats.org/drawingml/2006/main">
            <a:off x="457200" y="1809750"/>
            <a:ext cx="4953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725" b="1">
                <a:solidFill>
                  <a:srgbClr val="55707D"/>
                </a:solidFill>
                <a:latin typeface="Arial"/>
                <a:ea typeface="Arial"/>
                <a:cs typeface="Arial"/>
              </a:defRPr>
            </a:defPPr>
            <a:lvl1pPr algn="l">
              <a:defRPr sz="1725" b="1">
                <a:solidFill>
                  <a:srgbClr val="55707D"/>
                </a:solidFill>
                <a:latin typeface="Arial"/>
                <a:ea typeface="Arial"/>
                <a:cs typeface="Arial"/>
              </a:defRPr>
            </a:lvl1pPr>
            <a:lvl2pPr algn="l">
              <a:defRPr sz="1725" b="1">
                <a:solidFill>
                  <a:srgbClr val="55707D"/>
                </a:solidFill>
                <a:latin typeface="Arial"/>
                <a:ea typeface="Arial"/>
                <a:cs typeface="Arial"/>
              </a:defRPr>
            </a:lvl2pPr>
            <a:lvl3pPr algn="l">
              <a:defRPr sz="1725" b="1">
                <a:solidFill>
                  <a:srgbClr val="55707D"/>
                </a:solidFill>
                <a:latin typeface="Arial"/>
                <a:ea typeface="Arial"/>
                <a:cs typeface="Arial"/>
              </a:defRPr>
            </a:lvl3pPr>
            <a:lvl4pPr algn="l">
              <a:defRPr sz="1725" b="1">
                <a:solidFill>
                  <a:srgbClr val="55707D"/>
                </a:solidFill>
                <a:latin typeface="Arial"/>
                <a:ea typeface="Arial"/>
                <a:cs typeface="Arial"/>
              </a:defRPr>
            </a:lvl4pPr>
            <a:lvl5pPr algn="l">
              <a:defRPr sz="1725" b="1">
                <a:solidFill>
                  <a:srgbClr val="55707D"/>
                </a:solidFill>
                <a:latin typeface="Arial"/>
                <a:ea typeface="Arial"/>
                <a:cs typeface="Arial"/>
              </a:defRPr>
            </a:lvl5pPr>
            <a:lvl6pPr algn="l">
              <a:defRPr sz="1725" b="1">
                <a:solidFill>
                  <a:srgbClr val="55707D"/>
                </a:solidFill>
                <a:latin typeface="Arial"/>
                <a:ea typeface="Arial"/>
                <a:cs typeface="Arial"/>
              </a:defRPr>
            </a:lvl6pPr>
            <a:lvl7pPr algn="l">
              <a:defRPr sz="1725" b="1">
                <a:solidFill>
                  <a:srgbClr val="55707D"/>
                </a:solidFill>
                <a:latin typeface="Arial"/>
                <a:ea typeface="Arial"/>
                <a:cs typeface="Arial"/>
              </a:defRPr>
            </a:lvl7pPr>
            <a:lvl8pPr algn="l">
              <a:defRPr sz="1725" b="1">
                <a:solidFill>
                  <a:srgbClr val="55707D"/>
                </a:solidFill>
                <a:latin typeface="Arial"/>
                <a:ea typeface="Arial"/>
                <a:cs typeface="Arial"/>
              </a:defRPr>
            </a:lvl8pPr>
            <a:lvl9pPr algn="l">
              <a:defRPr sz="1725" b="1">
                <a:solidFill>
                  <a:srgbClr val="55707D"/>
                </a:solidFill>
                <a:latin typeface="Arial"/>
                <a:ea typeface="Arial"/>
                <a:cs typeface="Arial"/>
              </a:defRPr>
            </a:lvl9pPr>
          </a:lstStyle>
          <a:p xmlns:a="http://schemas.openxmlformats.org/drawingml/2006/main">
            <a:pPr algn="l">
              <a:buNone/>
              <a:defRPr sz="1725" b="1">
                <a:solidFill>
                  <a:srgbClr val="55707D"/>
                </a:solidFill>
                <a:latin typeface="Arial"/>
                <a:ea typeface="Arial"/>
                <a:cs typeface="Arial"/>
              </a:defRPr>
            </a:pPr>
            <a:r>
              <a:rPr sz="1725" b="1">
                <a:solidFill>
                  <a:srgbClr val="55707D"/>
                </a:solidFill>
                <a:latin typeface="Arial"/>
                <a:ea typeface="Arial"/>
                <a:cs typeface="Arial"/>
              </a:rPr>
              <a:t>ANTES</a:t>
            </a:r>
          </a:p>
        </p:txBody>
      </p:sp>
      <p:sp>
        <p:nvSpPr>
          <p:cNvPr id="8" name="5 variables">
            <a:extLst xmlns:a="http://schemas.openxmlformats.org/drawingml/2006/main">
              <a:ext uri="{FF2B5EF4-FFF2-40B4-BE49-F238E27FC236}">
                <a16:creationId xmlns:a16="http://schemas.microsoft.com/office/drawing/2014/main" id="{1C7B3A1C-722E-47EA-A3B4-2854A39BE0B9}"/>
              </a:ext>
            </a:extLst>
          </p:cNvPr>
          <p:cNvSpPr>
            <a:spLocks xmlns:a="http://schemas.openxmlformats.org/drawingml/2006/main" noGrp="1"/>
          </p:cNvSpPr>
          <p:nvPr/>
        </p:nvSpPr>
        <p:spPr>
          <a:xfrm xmlns:a="http://schemas.openxmlformats.org/drawingml/2006/main">
            <a:off x="457200" y="2362200"/>
            <a:ext cx="4953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4500" b="1">
                <a:solidFill>
                  <a:srgbClr val="C41446"/>
                </a:solidFill>
                <a:latin typeface="Arial"/>
                <a:ea typeface="Arial"/>
                <a:cs typeface="Arial"/>
              </a:defRPr>
            </a:defPPr>
            <a:lvl1pPr algn="l">
              <a:defRPr sz="4500" b="1">
                <a:solidFill>
                  <a:srgbClr val="C41446"/>
                </a:solidFill>
                <a:latin typeface="Arial"/>
                <a:ea typeface="Arial"/>
                <a:cs typeface="Arial"/>
              </a:defRPr>
            </a:lvl1pPr>
            <a:lvl2pPr algn="l">
              <a:defRPr sz="4500" b="1">
                <a:solidFill>
                  <a:srgbClr val="C41446"/>
                </a:solidFill>
                <a:latin typeface="Arial"/>
                <a:ea typeface="Arial"/>
                <a:cs typeface="Arial"/>
              </a:defRPr>
            </a:lvl2pPr>
            <a:lvl3pPr algn="l">
              <a:defRPr sz="4500" b="1">
                <a:solidFill>
                  <a:srgbClr val="C41446"/>
                </a:solidFill>
                <a:latin typeface="Arial"/>
                <a:ea typeface="Arial"/>
                <a:cs typeface="Arial"/>
              </a:defRPr>
            </a:lvl3pPr>
            <a:lvl4pPr algn="l">
              <a:defRPr sz="4500" b="1">
                <a:solidFill>
                  <a:srgbClr val="C41446"/>
                </a:solidFill>
                <a:latin typeface="Arial"/>
                <a:ea typeface="Arial"/>
                <a:cs typeface="Arial"/>
              </a:defRPr>
            </a:lvl4pPr>
            <a:lvl5pPr algn="l">
              <a:defRPr sz="4500" b="1">
                <a:solidFill>
                  <a:srgbClr val="C41446"/>
                </a:solidFill>
                <a:latin typeface="Arial"/>
                <a:ea typeface="Arial"/>
                <a:cs typeface="Arial"/>
              </a:defRPr>
            </a:lvl5pPr>
            <a:lvl6pPr algn="l">
              <a:defRPr sz="4500" b="1">
                <a:solidFill>
                  <a:srgbClr val="C41446"/>
                </a:solidFill>
                <a:latin typeface="Arial"/>
                <a:ea typeface="Arial"/>
                <a:cs typeface="Arial"/>
              </a:defRPr>
            </a:lvl6pPr>
            <a:lvl7pPr algn="l">
              <a:defRPr sz="4500" b="1">
                <a:solidFill>
                  <a:srgbClr val="C41446"/>
                </a:solidFill>
                <a:latin typeface="Arial"/>
                <a:ea typeface="Arial"/>
                <a:cs typeface="Arial"/>
              </a:defRPr>
            </a:lvl7pPr>
            <a:lvl8pPr algn="l">
              <a:defRPr sz="4500" b="1">
                <a:solidFill>
                  <a:srgbClr val="C41446"/>
                </a:solidFill>
                <a:latin typeface="Arial"/>
                <a:ea typeface="Arial"/>
                <a:cs typeface="Arial"/>
              </a:defRPr>
            </a:lvl8pPr>
            <a:lvl9pPr algn="l">
              <a:defRPr sz="4500" b="1">
                <a:solidFill>
                  <a:srgbClr val="C41446"/>
                </a:solidFill>
                <a:latin typeface="Arial"/>
                <a:ea typeface="Arial"/>
                <a:cs typeface="Arial"/>
              </a:defRPr>
            </a:lvl9pPr>
          </a:lstStyle>
          <a:p xmlns:a="http://schemas.openxmlformats.org/drawingml/2006/main">
            <a:pPr algn="l">
              <a:buNone/>
              <a:defRPr sz="4500" b="1">
                <a:solidFill>
                  <a:srgbClr val="C41446"/>
                </a:solidFill>
                <a:latin typeface="Arial"/>
                <a:ea typeface="Arial"/>
                <a:cs typeface="Arial"/>
              </a:defRPr>
            </a:pPr>
            <a:r>
              <a:rPr sz="4500" b="1">
                <a:solidFill>
                  <a:srgbClr val="C41446"/>
                </a:solidFill>
                <a:latin typeface="Arial"/>
                <a:ea typeface="Arial"/>
                <a:cs typeface="Arial"/>
              </a:rPr>
              <a:t>5 variables</a:t>
            </a:r>
          </a:p>
        </p:txBody>
      </p:sp>
      <p:sp>
        <p:nvSpPr>
          <p:cNvPr id="9" name="Bloques repetidos&#10;Límites duplicados">
            <a:extLst xmlns:a="http://schemas.openxmlformats.org/drawingml/2006/main">
              <a:ext uri="{FF2B5EF4-FFF2-40B4-BE49-F238E27FC236}">
                <a16:creationId xmlns:a16="http://schemas.microsoft.com/office/drawing/2014/main" id="{00D830FD-2184-448F-B07E-2F29C05905B3}"/>
              </a:ext>
            </a:extLst>
          </p:cNvPr>
          <p:cNvSpPr>
            <a:spLocks xmlns:a="http://schemas.openxmlformats.org/drawingml/2006/main" noGrp="1"/>
          </p:cNvSpPr>
          <p:nvPr/>
        </p:nvSpPr>
        <p:spPr>
          <a:xfrm xmlns:a="http://schemas.openxmlformats.org/drawingml/2006/main">
            <a:off x="457200" y="3476625"/>
            <a:ext cx="4762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250" b="0">
                <a:solidFill>
                  <a:srgbClr val="153444"/>
                </a:solidFill>
                <a:latin typeface="Arial"/>
                <a:ea typeface="Arial"/>
                <a:cs typeface="Arial"/>
              </a:defRPr>
            </a:defPPr>
            <a:lvl1pPr algn="l">
              <a:defRPr sz="2250" b="0">
                <a:solidFill>
                  <a:srgbClr val="153444"/>
                </a:solidFill>
                <a:latin typeface="Arial"/>
                <a:ea typeface="Arial"/>
                <a:cs typeface="Arial"/>
              </a:defRPr>
            </a:lvl1pPr>
            <a:lvl2pPr algn="l">
              <a:defRPr sz="2250" b="0">
                <a:solidFill>
                  <a:srgbClr val="153444"/>
                </a:solidFill>
                <a:latin typeface="Arial"/>
                <a:ea typeface="Arial"/>
                <a:cs typeface="Arial"/>
              </a:defRPr>
            </a:lvl2pPr>
            <a:lvl3pPr algn="l">
              <a:defRPr sz="2250" b="0">
                <a:solidFill>
                  <a:srgbClr val="153444"/>
                </a:solidFill>
                <a:latin typeface="Arial"/>
                <a:ea typeface="Arial"/>
                <a:cs typeface="Arial"/>
              </a:defRPr>
            </a:lvl3pPr>
            <a:lvl4pPr algn="l">
              <a:defRPr sz="2250" b="0">
                <a:solidFill>
                  <a:srgbClr val="153444"/>
                </a:solidFill>
                <a:latin typeface="Arial"/>
                <a:ea typeface="Arial"/>
                <a:cs typeface="Arial"/>
              </a:defRPr>
            </a:lvl4pPr>
            <a:lvl5pPr algn="l">
              <a:defRPr sz="2250" b="0">
                <a:solidFill>
                  <a:srgbClr val="153444"/>
                </a:solidFill>
                <a:latin typeface="Arial"/>
                <a:ea typeface="Arial"/>
                <a:cs typeface="Arial"/>
              </a:defRPr>
            </a:lvl5pPr>
            <a:lvl6pPr algn="l">
              <a:defRPr sz="2250" b="0">
                <a:solidFill>
                  <a:srgbClr val="153444"/>
                </a:solidFill>
                <a:latin typeface="Arial"/>
                <a:ea typeface="Arial"/>
                <a:cs typeface="Arial"/>
              </a:defRPr>
            </a:lvl6pPr>
            <a:lvl7pPr algn="l">
              <a:defRPr sz="2250" b="0">
                <a:solidFill>
                  <a:srgbClr val="153444"/>
                </a:solidFill>
                <a:latin typeface="Arial"/>
                <a:ea typeface="Arial"/>
                <a:cs typeface="Arial"/>
              </a:defRPr>
            </a:lvl7pPr>
            <a:lvl8pPr algn="l">
              <a:defRPr sz="2250" b="0">
                <a:solidFill>
                  <a:srgbClr val="153444"/>
                </a:solidFill>
                <a:latin typeface="Arial"/>
                <a:ea typeface="Arial"/>
                <a:cs typeface="Arial"/>
              </a:defRPr>
            </a:lvl8pPr>
            <a:lvl9pPr algn="l">
              <a:defRPr sz="2250" b="0">
                <a:solidFill>
                  <a:srgbClr val="153444"/>
                </a:solidFill>
                <a:latin typeface="Arial"/>
                <a:ea typeface="Arial"/>
                <a:cs typeface="Arial"/>
              </a:defRPr>
            </a:lvl9pPr>
          </a:lstStyle>
          <a:p xmlns:a="http://schemas.openxmlformats.org/drawingml/2006/main">
            <a:pPr algn="l">
              <a:buNone/>
              <a:defRPr sz="2250" b="0">
                <a:solidFill>
                  <a:srgbClr val="153444"/>
                </a:solidFill>
                <a:latin typeface="Arial"/>
                <a:ea typeface="Arial"/>
                <a:cs typeface="Arial"/>
              </a:defRPr>
            </a:pPr>
            <a:r>
              <a:rPr sz="2250" b="0">
                <a:solidFill>
                  <a:srgbClr val="153444"/>
                </a:solidFill>
                <a:latin typeface="Arial"/>
                <a:ea typeface="Arial"/>
                <a:cs typeface="Arial"/>
              </a:rPr>
              <a:t>Bloques repetidos</a:t>
            </a:r>
          </a:p>
          <a:p xmlns:a="http://schemas.openxmlformats.org/drawingml/2006/main">
            <a:pPr algn="l">
              <a:buNone/>
              <a:defRPr sz="2250" b="0">
                <a:solidFill>
                  <a:srgbClr val="153444"/>
                </a:solidFill>
                <a:latin typeface="Arial"/>
                <a:ea typeface="Arial"/>
                <a:cs typeface="Arial"/>
              </a:defRPr>
            </a:pPr>
            <a:r>
              <a:rPr sz="2250" b="0">
                <a:solidFill>
                  <a:srgbClr val="153444"/>
                </a:solidFill>
                <a:latin typeface="Arial"/>
                <a:ea typeface="Arial"/>
                <a:cs typeface="Arial"/>
              </a:rPr>
              <a:t>Límites duplicados</a:t>
            </a:r>
          </a:p>
        </p:txBody>
      </p:sp>
      <p:sp>
        <p:nvSpPr>
          <p:cNvPr id="10" name="DESPUÉS">
            <a:extLst xmlns:a="http://schemas.openxmlformats.org/drawingml/2006/main">
              <a:ext uri="{FF2B5EF4-FFF2-40B4-BE49-F238E27FC236}">
                <a16:creationId xmlns:a16="http://schemas.microsoft.com/office/drawing/2014/main" id="{16BE0EEF-CE23-4BC6-BFF2-AB6061199A92}"/>
              </a:ext>
            </a:extLst>
          </p:cNvPr>
          <p:cNvSpPr>
            <a:spLocks xmlns:a="http://schemas.openxmlformats.org/drawingml/2006/main" noGrp="1"/>
          </p:cNvSpPr>
          <p:nvPr/>
        </p:nvSpPr>
        <p:spPr>
          <a:xfrm xmlns:a="http://schemas.openxmlformats.org/drawingml/2006/main">
            <a:off x="6572250" y="1809750"/>
            <a:ext cx="4953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725" b="1">
                <a:solidFill>
                  <a:srgbClr val="55707D"/>
                </a:solidFill>
                <a:latin typeface="Arial"/>
                <a:ea typeface="Arial"/>
                <a:cs typeface="Arial"/>
              </a:defRPr>
            </a:defPPr>
            <a:lvl1pPr algn="l">
              <a:defRPr sz="1725" b="1">
                <a:solidFill>
                  <a:srgbClr val="55707D"/>
                </a:solidFill>
                <a:latin typeface="Arial"/>
                <a:ea typeface="Arial"/>
                <a:cs typeface="Arial"/>
              </a:defRPr>
            </a:lvl1pPr>
            <a:lvl2pPr algn="l">
              <a:defRPr sz="1725" b="1">
                <a:solidFill>
                  <a:srgbClr val="55707D"/>
                </a:solidFill>
                <a:latin typeface="Arial"/>
                <a:ea typeface="Arial"/>
                <a:cs typeface="Arial"/>
              </a:defRPr>
            </a:lvl2pPr>
            <a:lvl3pPr algn="l">
              <a:defRPr sz="1725" b="1">
                <a:solidFill>
                  <a:srgbClr val="55707D"/>
                </a:solidFill>
                <a:latin typeface="Arial"/>
                <a:ea typeface="Arial"/>
                <a:cs typeface="Arial"/>
              </a:defRPr>
            </a:lvl3pPr>
            <a:lvl4pPr algn="l">
              <a:defRPr sz="1725" b="1">
                <a:solidFill>
                  <a:srgbClr val="55707D"/>
                </a:solidFill>
                <a:latin typeface="Arial"/>
                <a:ea typeface="Arial"/>
                <a:cs typeface="Arial"/>
              </a:defRPr>
            </a:lvl4pPr>
            <a:lvl5pPr algn="l">
              <a:defRPr sz="1725" b="1">
                <a:solidFill>
                  <a:srgbClr val="55707D"/>
                </a:solidFill>
                <a:latin typeface="Arial"/>
                <a:ea typeface="Arial"/>
                <a:cs typeface="Arial"/>
              </a:defRPr>
            </a:lvl5pPr>
            <a:lvl6pPr algn="l">
              <a:defRPr sz="1725" b="1">
                <a:solidFill>
                  <a:srgbClr val="55707D"/>
                </a:solidFill>
                <a:latin typeface="Arial"/>
                <a:ea typeface="Arial"/>
                <a:cs typeface="Arial"/>
              </a:defRPr>
            </a:lvl6pPr>
            <a:lvl7pPr algn="l">
              <a:defRPr sz="1725" b="1">
                <a:solidFill>
                  <a:srgbClr val="55707D"/>
                </a:solidFill>
                <a:latin typeface="Arial"/>
                <a:ea typeface="Arial"/>
                <a:cs typeface="Arial"/>
              </a:defRPr>
            </a:lvl7pPr>
            <a:lvl8pPr algn="l">
              <a:defRPr sz="1725" b="1">
                <a:solidFill>
                  <a:srgbClr val="55707D"/>
                </a:solidFill>
                <a:latin typeface="Arial"/>
                <a:ea typeface="Arial"/>
                <a:cs typeface="Arial"/>
              </a:defRPr>
            </a:lvl8pPr>
            <a:lvl9pPr algn="l">
              <a:defRPr sz="1725" b="1">
                <a:solidFill>
                  <a:srgbClr val="55707D"/>
                </a:solidFill>
                <a:latin typeface="Arial"/>
                <a:ea typeface="Arial"/>
                <a:cs typeface="Arial"/>
              </a:defRPr>
            </a:lvl9pPr>
          </a:lstStyle>
          <a:p xmlns:a="http://schemas.openxmlformats.org/drawingml/2006/main">
            <a:pPr algn="l">
              <a:buNone/>
              <a:defRPr sz="1725" b="1">
                <a:solidFill>
                  <a:srgbClr val="55707D"/>
                </a:solidFill>
                <a:latin typeface="Arial"/>
                <a:ea typeface="Arial"/>
                <a:cs typeface="Arial"/>
              </a:defRPr>
            </a:pPr>
            <a:r>
              <a:rPr sz="1725" b="1">
                <a:solidFill>
                  <a:srgbClr val="55707D"/>
                </a:solidFill>
                <a:latin typeface="Arial"/>
                <a:ea typeface="Arial"/>
                <a:cs typeface="Arial"/>
              </a:rPr>
              <a:t>DESPUÉS</a:t>
            </a:r>
          </a:p>
        </p:txBody>
      </p:sp>
      <p:sp>
        <p:nvSpPr>
          <p:cNvPr id="11" name="22 variables">
            <a:extLst xmlns:a="http://schemas.openxmlformats.org/drawingml/2006/main">
              <a:ext uri="{FF2B5EF4-FFF2-40B4-BE49-F238E27FC236}">
                <a16:creationId xmlns:a16="http://schemas.microsoft.com/office/drawing/2014/main" id="{DD9C4170-30F5-4CBD-A2A4-149C4FA325FE}"/>
              </a:ext>
            </a:extLst>
          </p:cNvPr>
          <p:cNvSpPr>
            <a:spLocks xmlns:a="http://schemas.openxmlformats.org/drawingml/2006/main" noGrp="1"/>
          </p:cNvSpPr>
          <p:nvPr/>
        </p:nvSpPr>
        <p:spPr>
          <a:xfrm xmlns:a="http://schemas.openxmlformats.org/drawingml/2006/main">
            <a:off x="6572250" y="2362200"/>
            <a:ext cx="5143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4500" b="1">
                <a:solidFill>
                  <a:srgbClr val="10998D"/>
                </a:solidFill>
                <a:latin typeface="Arial"/>
                <a:ea typeface="Arial"/>
                <a:cs typeface="Arial"/>
              </a:defRPr>
            </a:defPPr>
            <a:lvl1pPr algn="l">
              <a:defRPr sz="4500" b="1">
                <a:solidFill>
                  <a:srgbClr val="10998D"/>
                </a:solidFill>
                <a:latin typeface="Arial"/>
                <a:ea typeface="Arial"/>
                <a:cs typeface="Arial"/>
              </a:defRPr>
            </a:lvl1pPr>
            <a:lvl2pPr algn="l">
              <a:defRPr sz="4500" b="1">
                <a:solidFill>
                  <a:srgbClr val="10998D"/>
                </a:solidFill>
                <a:latin typeface="Arial"/>
                <a:ea typeface="Arial"/>
                <a:cs typeface="Arial"/>
              </a:defRPr>
            </a:lvl2pPr>
            <a:lvl3pPr algn="l">
              <a:defRPr sz="4500" b="1">
                <a:solidFill>
                  <a:srgbClr val="10998D"/>
                </a:solidFill>
                <a:latin typeface="Arial"/>
                <a:ea typeface="Arial"/>
                <a:cs typeface="Arial"/>
              </a:defRPr>
            </a:lvl3pPr>
            <a:lvl4pPr algn="l">
              <a:defRPr sz="4500" b="1">
                <a:solidFill>
                  <a:srgbClr val="10998D"/>
                </a:solidFill>
                <a:latin typeface="Arial"/>
                <a:ea typeface="Arial"/>
                <a:cs typeface="Arial"/>
              </a:defRPr>
            </a:lvl4pPr>
            <a:lvl5pPr algn="l">
              <a:defRPr sz="4500" b="1">
                <a:solidFill>
                  <a:srgbClr val="10998D"/>
                </a:solidFill>
                <a:latin typeface="Arial"/>
                <a:ea typeface="Arial"/>
                <a:cs typeface="Arial"/>
              </a:defRPr>
            </a:lvl5pPr>
            <a:lvl6pPr algn="l">
              <a:defRPr sz="4500" b="1">
                <a:solidFill>
                  <a:srgbClr val="10998D"/>
                </a:solidFill>
                <a:latin typeface="Arial"/>
                <a:ea typeface="Arial"/>
                <a:cs typeface="Arial"/>
              </a:defRPr>
            </a:lvl6pPr>
            <a:lvl7pPr algn="l">
              <a:defRPr sz="4500" b="1">
                <a:solidFill>
                  <a:srgbClr val="10998D"/>
                </a:solidFill>
                <a:latin typeface="Arial"/>
                <a:ea typeface="Arial"/>
                <a:cs typeface="Arial"/>
              </a:defRPr>
            </a:lvl7pPr>
            <a:lvl8pPr algn="l">
              <a:defRPr sz="4500" b="1">
                <a:solidFill>
                  <a:srgbClr val="10998D"/>
                </a:solidFill>
                <a:latin typeface="Arial"/>
                <a:ea typeface="Arial"/>
                <a:cs typeface="Arial"/>
              </a:defRPr>
            </a:lvl8pPr>
            <a:lvl9pPr algn="l">
              <a:defRPr sz="4500" b="1">
                <a:solidFill>
                  <a:srgbClr val="10998D"/>
                </a:solidFill>
                <a:latin typeface="Arial"/>
                <a:ea typeface="Arial"/>
                <a:cs typeface="Arial"/>
              </a:defRPr>
            </a:lvl9pPr>
          </a:lstStyle>
          <a:p xmlns:a="http://schemas.openxmlformats.org/drawingml/2006/main">
            <a:pPr algn="l">
              <a:buNone/>
              <a:defRPr sz="4500" b="1">
                <a:solidFill>
                  <a:srgbClr val="10998D"/>
                </a:solidFill>
                <a:latin typeface="Arial"/>
                <a:ea typeface="Arial"/>
                <a:cs typeface="Arial"/>
              </a:defRPr>
            </a:pPr>
            <a:r>
              <a:rPr sz="4500" b="1">
                <a:solidFill>
                  <a:srgbClr val="10998D"/>
                </a:solidFill>
                <a:latin typeface="Arial"/>
                <a:ea typeface="Arial"/>
                <a:cs typeface="Arial"/>
              </a:rPr>
              <a:t>22 variables</a:t>
            </a:r>
          </a:p>
        </p:txBody>
      </p:sp>
      <p:sp>
        <p:nvSpPr>
          <p:cNvPr id="12" name="Una función lee el esquema&#10;Diccionario y vali">
            <a:extLst xmlns:a="http://schemas.openxmlformats.org/drawingml/2006/main">
              <a:ext uri="{FF2B5EF4-FFF2-40B4-BE49-F238E27FC236}">
                <a16:creationId xmlns:a16="http://schemas.microsoft.com/office/drawing/2014/main" id="{03463B07-F954-48A0-997E-BE49215F9133}"/>
              </a:ext>
            </a:extLst>
          </p:cNvPr>
          <p:cNvSpPr>
            <a:spLocks xmlns:a="http://schemas.openxmlformats.org/drawingml/2006/main" noGrp="1"/>
          </p:cNvSpPr>
          <p:nvPr/>
        </p:nvSpPr>
        <p:spPr>
          <a:xfrm xmlns:a="http://schemas.openxmlformats.org/drawingml/2006/main">
            <a:off x="6572250" y="3476625"/>
            <a:ext cx="4953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175" b="0">
                <a:solidFill>
                  <a:srgbClr val="153444"/>
                </a:solidFill>
                <a:latin typeface="Arial"/>
                <a:ea typeface="Arial"/>
                <a:cs typeface="Arial"/>
              </a:defRPr>
            </a:defPPr>
            <a:lvl1pPr algn="l">
              <a:defRPr sz="2175" b="0">
                <a:solidFill>
                  <a:srgbClr val="153444"/>
                </a:solidFill>
                <a:latin typeface="Arial"/>
                <a:ea typeface="Arial"/>
                <a:cs typeface="Arial"/>
              </a:defRPr>
            </a:lvl1pPr>
            <a:lvl2pPr algn="l">
              <a:defRPr sz="2175" b="0">
                <a:solidFill>
                  <a:srgbClr val="153444"/>
                </a:solidFill>
                <a:latin typeface="Arial"/>
                <a:ea typeface="Arial"/>
                <a:cs typeface="Arial"/>
              </a:defRPr>
            </a:lvl2pPr>
            <a:lvl3pPr algn="l">
              <a:defRPr sz="2175" b="0">
                <a:solidFill>
                  <a:srgbClr val="153444"/>
                </a:solidFill>
                <a:latin typeface="Arial"/>
                <a:ea typeface="Arial"/>
                <a:cs typeface="Arial"/>
              </a:defRPr>
            </a:lvl3pPr>
            <a:lvl4pPr algn="l">
              <a:defRPr sz="2175" b="0">
                <a:solidFill>
                  <a:srgbClr val="153444"/>
                </a:solidFill>
                <a:latin typeface="Arial"/>
                <a:ea typeface="Arial"/>
                <a:cs typeface="Arial"/>
              </a:defRPr>
            </a:lvl4pPr>
            <a:lvl5pPr algn="l">
              <a:defRPr sz="2175" b="0">
                <a:solidFill>
                  <a:srgbClr val="153444"/>
                </a:solidFill>
                <a:latin typeface="Arial"/>
                <a:ea typeface="Arial"/>
                <a:cs typeface="Arial"/>
              </a:defRPr>
            </a:lvl5pPr>
            <a:lvl6pPr algn="l">
              <a:defRPr sz="2175" b="0">
                <a:solidFill>
                  <a:srgbClr val="153444"/>
                </a:solidFill>
                <a:latin typeface="Arial"/>
                <a:ea typeface="Arial"/>
                <a:cs typeface="Arial"/>
              </a:defRPr>
            </a:lvl6pPr>
            <a:lvl7pPr algn="l">
              <a:defRPr sz="2175" b="0">
                <a:solidFill>
                  <a:srgbClr val="153444"/>
                </a:solidFill>
                <a:latin typeface="Arial"/>
                <a:ea typeface="Arial"/>
                <a:cs typeface="Arial"/>
              </a:defRPr>
            </a:lvl7pPr>
            <a:lvl8pPr algn="l">
              <a:defRPr sz="2175" b="0">
                <a:solidFill>
                  <a:srgbClr val="153444"/>
                </a:solidFill>
                <a:latin typeface="Arial"/>
                <a:ea typeface="Arial"/>
                <a:cs typeface="Arial"/>
              </a:defRPr>
            </a:lvl8pPr>
            <a:lvl9pPr algn="l">
              <a:defRPr sz="2175" b="0">
                <a:solidFill>
                  <a:srgbClr val="153444"/>
                </a:solidFill>
                <a:latin typeface="Arial"/>
                <a:ea typeface="Arial"/>
                <a:cs typeface="Arial"/>
              </a:defRPr>
            </a:lvl9pPr>
          </a:lstStyle>
          <a:p xmlns:a="http://schemas.openxmlformats.org/drawingml/2006/main">
            <a:pPr algn="l">
              <a:buNone/>
              <a:defRPr sz="2175" b="0">
                <a:solidFill>
                  <a:srgbClr val="153444"/>
                </a:solidFill>
                <a:latin typeface="Arial"/>
                <a:ea typeface="Arial"/>
                <a:cs typeface="Arial"/>
              </a:defRPr>
            </a:pPr>
            <a:r>
              <a:rPr sz="2175" b="0">
                <a:solidFill>
                  <a:srgbClr val="153444"/>
                </a:solidFill>
                <a:latin typeface="Arial"/>
                <a:ea typeface="Arial"/>
                <a:cs typeface="Arial"/>
              </a:rPr>
              <a:t>Una función lee el esquema</a:t>
            </a:r>
          </a:p>
          <a:p xmlns:a="http://schemas.openxmlformats.org/drawingml/2006/main">
            <a:pPr algn="l">
              <a:buNone/>
              <a:defRPr sz="2175" b="0">
                <a:solidFill>
                  <a:srgbClr val="153444"/>
                </a:solidFill>
                <a:latin typeface="Arial"/>
                <a:ea typeface="Arial"/>
                <a:cs typeface="Arial"/>
              </a:defRPr>
            </a:pPr>
            <a:r>
              <a:rPr sz="2175" b="0">
                <a:solidFill>
                  <a:srgbClr val="153444"/>
                </a:solidFill>
                <a:latin typeface="Arial"/>
                <a:ea typeface="Arial"/>
                <a:cs typeface="Arial"/>
              </a:rPr>
              <a:t>Diccionario y validación comparten reglas</a:t>
            </a:r>
          </a:p>
        </p:txBody>
      </p:sp>
      <p:sp>
        <p:nvSpPr>
          <p:cNvPr id="13" name="99 → 84 líneas">
            <a:extLst xmlns:a="http://schemas.openxmlformats.org/drawingml/2006/main">
              <a:ext uri="{FF2B5EF4-FFF2-40B4-BE49-F238E27FC236}">
                <a16:creationId xmlns:a16="http://schemas.microsoft.com/office/drawing/2014/main" id="{C7448BF1-04FF-473F-A527-50520A3B7158}"/>
              </a:ext>
            </a:extLst>
          </p:cNvPr>
          <p:cNvSpPr>
            <a:spLocks xmlns:a="http://schemas.openxmlformats.org/drawingml/2006/main" noGrp="1"/>
          </p:cNvSpPr>
          <p:nvPr/>
        </p:nvSpPr>
        <p:spPr>
          <a:xfrm xmlns:a="http://schemas.openxmlformats.org/drawingml/2006/main">
            <a:off x="457200" y="5143500"/>
            <a:ext cx="4953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775" b="1">
                <a:solidFill>
                  <a:srgbClr val="104D70"/>
                </a:solidFill>
                <a:latin typeface="Arial"/>
                <a:ea typeface="Arial"/>
                <a:cs typeface="Arial"/>
              </a:defRPr>
            </a:defPPr>
            <a:lvl1pPr algn="l">
              <a:defRPr sz="2775" b="1">
                <a:solidFill>
                  <a:srgbClr val="104D70"/>
                </a:solidFill>
                <a:latin typeface="Arial"/>
                <a:ea typeface="Arial"/>
                <a:cs typeface="Arial"/>
              </a:defRPr>
            </a:lvl1pPr>
            <a:lvl2pPr algn="l">
              <a:defRPr sz="2775" b="1">
                <a:solidFill>
                  <a:srgbClr val="104D70"/>
                </a:solidFill>
                <a:latin typeface="Arial"/>
                <a:ea typeface="Arial"/>
                <a:cs typeface="Arial"/>
              </a:defRPr>
            </a:lvl2pPr>
            <a:lvl3pPr algn="l">
              <a:defRPr sz="2775" b="1">
                <a:solidFill>
                  <a:srgbClr val="104D70"/>
                </a:solidFill>
                <a:latin typeface="Arial"/>
                <a:ea typeface="Arial"/>
                <a:cs typeface="Arial"/>
              </a:defRPr>
            </a:lvl3pPr>
            <a:lvl4pPr algn="l">
              <a:defRPr sz="2775" b="1">
                <a:solidFill>
                  <a:srgbClr val="104D70"/>
                </a:solidFill>
                <a:latin typeface="Arial"/>
                <a:ea typeface="Arial"/>
                <a:cs typeface="Arial"/>
              </a:defRPr>
            </a:lvl4pPr>
            <a:lvl5pPr algn="l">
              <a:defRPr sz="2775" b="1">
                <a:solidFill>
                  <a:srgbClr val="104D70"/>
                </a:solidFill>
                <a:latin typeface="Arial"/>
                <a:ea typeface="Arial"/>
                <a:cs typeface="Arial"/>
              </a:defRPr>
            </a:lvl5pPr>
            <a:lvl6pPr algn="l">
              <a:defRPr sz="2775" b="1">
                <a:solidFill>
                  <a:srgbClr val="104D70"/>
                </a:solidFill>
                <a:latin typeface="Arial"/>
                <a:ea typeface="Arial"/>
                <a:cs typeface="Arial"/>
              </a:defRPr>
            </a:lvl6pPr>
            <a:lvl7pPr algn="l">
              <a:defRPr sz="2775" b="1">
                <a:solidFill>
                  <a:srgbClr val="104D70"/>
                </a:solidFill>
                <a:latin typeface="Arial"/>
                <a:ea typeface="Arial"/>
                <a:cs typeface="Arial"/>
              </a:defRPr>
            </a:lvl7pPr>
            <a:lvl8pPr algn="l">
              <a:defRPr sz="2775" b="1">
                <a:solidFill>
                  <a:srgbClr val="104D70"/>
                </a:solidFill>
                <a:latin typeface="Arial"/>
                <a:ea typeface="Arial"/>
                <a:cs typeface="Arial"/>
              </a:defRPr>
            </a:lvl8pPr>
            <a:lvl9pPr algn="l">
              <a:defRPr sz="2775" b="1">
                <a:solidFill>
                  <a:srgbClr val="104D70"/>
                </a:solidFill>
                <a:latin typeface="Arial"/>
                <a:ea typeface="Arial"/>
                <a:cs typeface="Arial"/>
              </a:defRPr>
            </a:lvl9pPr>
          </a:lstStyle>
          <a:p xmlns:a="http://schemas.openxmlformats.org/drawingml/2006/main">
            <a:pPr algn="l">
              <a:buNone/>
              <a:defRPr sz="2775" b="1">
                <a:solidFill>
                  <a:srgbClr val="104D70"/>
                </a:solidFill>
                <a:latin typeface="Arial"/>
                <a:ea typeface="Arial"/>
                <a:cs typeface="Arial"/>
              </a:defRPr>
            </a:pPr>
            <a:r>
              <a:rPr sz="2775" b="1">
                <a:solidFill>
                  <a:srgbClr val="104D70"/>
                </a:solidFill>
                <a:latin typeface="Arial"/>
                <a:ea typeface="Arial"/>
                <a:cs typeface="Arial"/>
              </a:rPr>
              <a:t>99 → 84 líneas</a:t>
            </a:r>
          </a:p>
        </p:txBody>
      </p:sp>
      <p:sp>
        <p:nvSpPr>
          <p:cNvPr id="14" name="Menos puntos de cambio cuando negocio ajusta ">
            <a:extLst xmlns:a="http://schemas.openxmlformats.org/drawingml/2006/main">
              <a:ext uri="{FF2B5EF4-FFF2-40B4-BE49-F238E27FC236}">
                <a16:creationId xmlns:a16="http://schemas.microsoft.com/office/drawing/2014/main" id="{19DCB0DB-76B9-41F1-B69F-93585B842A82}"/>
              </a:ext>
            </a:extLst>
          </p:cNvPr>
          <p:cNvSpPr>
            <a:spLocks xmlns:a="http://schemas.openxmlformats.org/drawingml/2006/main" noGrp="1"/>
          </p:cNvSpPr>
          <p:nvPr/>
        </p:nvSpPr>
        <p:spPr>
          <a:xfrm xmlns:a="http://schemas.openxmlformats.org/drawingml/2006/main">
            <a:off x="6572250" y="5095875"/>
            <a:ext cx="4953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100" b="1">
                <a:solidFill>
                  <a:srgbClr val="104D70"/>
                </a:solidFill>
                <a:latin typeface="Arial"/>
                <a:ea typeface="Arial"/>
                <a:cs typeface="Arial"/>
              </a:defRPr>
            </a:defPPr>
            <a:lvl1pPr algn="l">
              <a:defRPr sz="2100" b="1">
                <a:solidFill>
                  <a:srgbClr val="104D70"/>
                </a:solidFill>
                <a:latin typeface="Arial"/>
                <a:ea typeface="Arial"/>
                <a:cs typeface="Arial"/>
              </a:defRPr>
            </a:lvl1pPr>
            <a:lvl2pPr algn="l">
              <a:defRPr sz="2100" b="1">
                <a:solidFill>
                  <a:srgbClr val="104D70"/>
                </a:solidFill>
                <a:latin typeface="Arial"/>
                <a:ea typeface="Arial"/>
                <a:cs typeface="Arial"/>
              </a:defRPr>
            </a:lvl2pPr>
            <a:lvl3pPr algn="l">
              <a:defRPr sz="2100" b="1">
                <a:solidFill>
                  <a:srgbClr val="104D70"/>
                </a:solidFill>
                <a:latin typeface="Arial"/>
                <a:ea typeface="Arial"/>
                <a:cs typeface="Arial"/>
              </a:defRPr>
            </a:lvl3pPr>
            <a:lvl4pPr algn="l">
              <a:defRPr sz="2100" b="1">
                <a:solidFill>
                  <a:srgbClr val="104D70"/>
                </a:solidFill>
                <a:latin typeface="Arial"/>
                <a:ea typeface="Arial"/>
                <a:cs typeface="Arial"/>
              </a:defRPr>
            </a:lvl4pPr>
            <a:lvl5pPr algn="l">
              <a:defRPr sz="2100" b="1">
                <a:solidFill>
                  <a:srgbClr val="104D70"/>
                </a:solidFill>
                <a:latin typeface="Arial"/>
                <a:ea typeface="Arial"/>
                <a:cs typeface="Arial"/>
              </a:defRPr>
            </a:lvl5pPr>
            <a:lvl6pPr algn="l">
              <a:defRPr sz="2100" b="1">
                <a:solidFill>
                  <a:srgbClr val="104D70"/>
                </a:solidFill>
                <a:latin typeface="Arial"/>
                <a:ea typeface="Arial"/>
                <a:cs typeface="Arial"/>
              </a:defRPr>
            </a:lvl6pPr>
            <a:lvl7pPr algn="l">
              <a:defRPr sz="2100" b="1">
                <a:solidFill>
                  <a:srgbClr val="104D70"/>
                </a:solidFill>
                <a:latin typeface="Arial"/>
                <a:ea typeface="Arial"/>
                <a:cs typeface="Arial"/>
              </a:defRPr>
            </a:lvl7pPr>
            <a:lvl8pPr algn="l">
              <a:defRPr sz="2100" b="1">
                <a:solidFill>
                  <a:srgbClr val="104D70"/>
                </a:solidFill>
                <a:latin typeface="Arial"/>
                <a:ea typeface="Arial"/>
                <a:cs typeface="Arial"/>
              </a:defRPr>
            </a:lvl8pPr>
            <a:lvl9pPr algn="l">
              <a:defRPr sz="2100" b="1">
                <a:solidFill>
                  <a:srgbClr val="104D70"/>
                </a:solidFill>
                <a:latin typeface="Arial"/>
                <a:ea typeface="Arial"/>
                <a:cs typeface="Arial"/>
              </a:defRPr>
            </a:lvl9pPr>
          </a:lstStyle>
          <a:p xmlns:a="http://schemas.openxmlformats.org/drawingml/2006/main">
            <a:pPr algn="l">
              <a:buNone/>
              <a:defRPr sz="2100" b="1">
                <a:solidFill>
                  <a:srgbClr val="104D70"/>
                </a:solidFill>
                <a:latin typeface="Arial"/>
                <a:ea typeface="Arial"/>
                <a:cs typeface="Arial"/>
              </a:defRPr>
            </a:pPr>
            <a:r>
              <a:rPr sz="2100" b="1">
                <a:solidFill>
                  <a:srgbClr val="104D70"/>
                </a:solidFill>
                <a:latin typeface="Arial"/>
                <a:ea typeface="Arial"/>
                <a:cs typeface="Arial"/>
              </a:rPr>
              <a:t>Menos puntos de cambio cuando negocio ajusta un criterio</a:t>
            </a:r>
          </a:p>
        </p:txBody>
      </p:sp>
      <p:sp>
        <p:nvSpPr>
          <p:cNvPr id="15" name="El menor tamaño no mide ahorro: la mejora com">
            <a:extLst xmlns:a="http://schemas.openxmlformats.org/drawingml/2006/main">
              <a:ext uri="{FF2B5EF4-FFF2-40B4-BE49-F238E27FC236}">
                <a16:creationId xmlns:a16="http://schemas.microsoft.com/office/drawing/2014/main" id="{B8E255AF-EDDA-4A13-8E7C-8327F975AB12}"/>
              </a:ext>
            </a:extLst>
          </p:cNvPr>
          <p:cNvSpPr>
            <a:spLocks xmlns:a="http://schemas.openxmlformats.org/drawingml/2006/main" noGrp="1"/>
          </p:cNvSpPr>
          <p:nvPr/>
        </p:nvSpPr>
        <p:spPr>
          <a:xfrm xmlns:a="http://schemas.openxmlformats.org/drawingml/2006/main">
            <a:off x="457200" y="6191250"/>
            <a:ext cx="11277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125" b="0">
                <a:solidFill>
                  <a:srgbClr val="55707D"/>
                </a:solidFill>
                <a:latin typeface="Arial"/>
                <a:ea typeface="Arial"/>
                <a:cs typeface="Arial"/>
              </a:defRPr>
            </a:defPPr>
            <a:lvl1pPr algn="l">
              <a:defRPr sz="1125" b="0">
                <a:solidFill>
                  <a:srgbClr val="55707D"/>
                </a:solidFill>
                <a:latin typeface="Arial"/>
                <a:ea typeface="Arial"/>
                <a:cs typeface="Arial"/>
              </a:defRPr>
            </a:lvl1pPr>
            <a:lvl2pPr algn="l">
              <a:defRPr sz="1125" b="0">
                <a:solidFill>
                  <a:srgbClr val="55707D"/>
                </a:solidFill>
                <a:latin typeface="Arial"/>
                <a:ea typeface="Arial"/>
                <a:cs typeface="Arial"/>
              </a:defRPr>
            </a:lvl2pPr>
            <a:lvl3pPr algn="l">
              <a:defRPr sz="1125" b="0">
                <a:solidFill>
                  <a:srgbClr val="55707D"/>
                </a:solidFill>
                <a:latin typeface="Arial"/>
                <a:ea typeface="Arial"/>
                <a:cs typeface="Arial"/>
              </a:defRPr>
            </a:lvl3pPr>
            <a:lvl4pPr algn="l">
              <a:defRPr sz="1125" b="0">
                <a:solidFill>
                  <a:srgbClr val="55707D"/>
                </a:solidFill>
                <a:latin typeface="Arial"/>
                <a:ea typeface="Arial"/>
                <a:cs typeface="Arial"/>
              </a:defRPr>
            </a:lvl4pPr>
            <a:lvl5pPr algn="l">
              <a:defRPr sz="1125" b="0">
                <a:solidFill>
                  <a:srgbClr val="55707D"/>
                </a:solidFill>
                <a:latin typeface="Arial"/>
                <a:ea typeface="Arial"/>
                <a:cs typeface="Arial"/>
              </a:defRPr>
            </a:lvl5pPr>
            <a:lvl6pPr algn="l">
              <a:defRPr sz="1125" b="0">
                <a:solidFill>
                  <a:srgbClr val="55707D"/>
                </a:solidFill>
                <a:latin typeface="Arial"/>
                <a:ea typeface="Arial"/>
                <a:cs typeface="Arial"/>
              </a:defRPr>
            </a:lvl6pPr>
            <a:lvl7pPr algn="l">
              <a:defRPr sz="1125" b="0">
                <a:solidFill>
                  <a:srgbClr val="55707D"/>
                </a:solidFill>
                <a:latin typeface="Arial"/>
                <a:ea typeface="Arial"/>
                <a:cs typeface="Arial"/>
              </a:defRPr>
            </a:lvl7pPr>
            <a:lvl8pPr algn="l">
              <a:defRPr sz="1125" b="0">
                <a:solidFill>
                  <a:srgbClr val="55707D"/>
                </a:solidFill>
                <a:latin typeface="Arial"/>
                <a:ea typeface="Arial"/>
                <a:cs typeface="Arial"/>
              </a:defRPr>
            </a:lvl8pPr>
            <a:lvl9pPr algn="l">
              <a:defRPr sz="1125" b="0">
                <a:solidFill>
                  <a:srgbClr val="55707D"/>
                </a:solidFill>
                <a:latin typeface="Arial"/>
                <a:ea typeface="Arial"/>
                <a:cs typeface="Arial"/>
              </a:defRPr>
            </a:lvl9pPr>
          </a:lstStyle>
          <a:p xmlns:a="http://schemas.openxmlformats.org/drawingml/2006/main">
            <a:pPr algn="l">
              <a:buNone/>
              <a:defRPr sz="1125" b="0">
                <a:solidFill>
                  <a:srgbClr val="55707D"/>
                </a:solidFill>
                <a:latin typeface="Arial"/>
                <a:ea typeface="Arial"/>
                <a:cs typeface="Arial"/>
              </a:defRPr>
            </a:pPr>
            <a:r>
              <a:rPr sz="1125" b="0">
                <a:solidFill>
                  <a:srgbClr val="55707D"/>
                </a:solidFill>
                <a:latin typeface="Arial"/>
                <a:ea typeface="Arial"/>
                <a:cs typeface="Arial"/>
              </a:rPr>
              <a:t>Reglas centralizadas para 22 variables, con pruebas que comprueban los cambios.</a:t>
            </a:r>
          </a:p>
        </p:txBody>
      </p:sp>
    </p:spTree>
    <p:extLst>
      <p:ext uri="{BB962C8B-B14F-4D97-AF65-F5344CB8AC3E}">
        <p14:creationId xmlns:p14="http://schemas.microsoft.com/office/powerpoint/2010/main" val="1043575808"/>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C74E5742-2BDF-4CB1-8CBB-0711F44D6E5A}"/>
              </a:ext>
            </a:extLst>
          </p:cNvPr>
          <p:cNvSpPr>
            <a:spLocks xmlns:a="http://schemas.openxmlformats.org/drawingml/2006/main" noGrp="1"/>
          </p:cNvSpPr>
          <p:nvPr/>
        </p:nvSpPr>
        <p:spPr>
          <a:xfrm xmlns:a="http://schemas.openxmlformats.org/drawingml/2006/main">
            <a:off x="0" y="0"/>
            <a:ext cx="12192000" cy="990600"/>
          </a:xfrm>
          <a:prstGeom xmlns:a="http://schemas.openxmlformats.org/drawingml/2006/main" prst="rect">
            <a:avLst/>
          </a:prstGeom>
          <a:solidFill xmlns:a="http://schemas.openxmlformats.org/drawingml/2006/main">
            <a:srgbClr val="104D70"/>
          </a:solidFill>
          <a:ln xmlns:a="http://schemas.openxmlformats.org/drawingml/2006/main" w="0">
            <a:noFill/>
          </a:ln>
        </p:spPr>
      </p:sp>
      <p:sp>
        <p:nvSpPr>
          <p:cNvPr id="2" name="La capacidad observada mejora el compromiso">
            <a:extLst xmlns:a="http://schemas.openxmlformats.org/drawingml/2006/main">
              <a:ext uri="{FF2B5EF4-FFF2-40B4-BE49-F238E27FC236}">
                <a16:creationId xmlns:a16="http://schemas.microsoft.com/office/drawing/2014/main" id="{5D5C1F42-5591-41D2-903E-9242C7D27D90}"/>
              </a:ext>
            </a:extLst>
          </p:cNvPr>
          <p:cNvSpPr>
            <a:spLocks xmlns:a="http://schemas.openxmlformats.org/drawingml/2006/main" noGrp="1"/>
          </p:cNvSpPr>
          <p:nvPr/>
        </p:nvSpPr>
        <p:spPr>
          <a:xfrm xmlns:a="http://schemas.openxmlformats.org/drawingml/2006/main">
            <a:off x="457200" y="276225"/>
            <a:ext cx="11239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850" b="1">
                <a:solidFill>
                  <a:srgbClr val="FFFFFF"/>
                </a:solidFill>
                <a:latin typeface="Arial"/>
                <a:ea typeface="Arial"/>
                <a:cs typeface="Arial"/>
              </a:defRPr>
            </a:defPPr>
            <a:lvl1pPr algn="l">
              <a:defRPr sz="2850" b="1">
                <a:solidFill>
                  <a:srgbClr val="FFFFFF"/>
                </a:solidFill>
                <a:latin typeface="Arial"/>
                <a:ea typeface="Arial"/>
                <a:cs typeface="Arial"/>
              </a:defRPr>
            </a:lvl1pPr>
            <a:lvl2pPr algn="l">
              <a:defRPr sz="2850" b="1">
                <a:solidFill>
                  <a:srgbClr val="FFFFFF"/>
                </a:solidFill>
                <a:latin typeface="Arial"/>
                <a:ea typeface="Arial"/>
                <a:cs typeface="Arial"/>
              </a:defRPr>
            </a:lvl2pPr>
            <a:lvl3pPr algn="l">
              <a:defRPr sz="2850" b="1">
                <a:solidFill>
                  <a:srgbClr val="FFFFFF"/>
                </a:solidFill>
                <a:latin typeface="Arial"/>
                <a:ea typeface="Arial"/>
                <a:cs typeface="Arial"/>
              </a:defRPr>
            </a:lvl3pPr>
            <a:lvl4pPr algn="l">
              <a:defRPr sz="2850" b="1">
                <a:solidFill>
                  <a:srgbClr val="FFFFFF"/>
                </a:solidFill>
                <a:latin typeface="Arial"/>
                <a:ea typeface="Arial"/>
                <a:cs typeface="Arial"/>
              </a:defRPr>
            </a:lvl4pPr>
            <a:lvl5pPr algn="l">
              <a:defRPr sz="2850" b="1">
                <a:solidFill>
                  <a:srgbClr val="FFFFFF"/>
                </a:solidFill>
                <a:latin typeface="Arial"/>
                <a:ea typeface="Arial"/>
                <a:cs typeface="Arial"/>
              </a:defRPr>
            </a:lvl5pPr>
            <a:lvl6pPr algn="l">
              <a:defRPr sz="2850" b="1">
                <a:solidFill>
                  <a:srgbClr val="FFFFFF"/>
                </a:solidFill>
                <a:latin typeface="Arial"/>
                <a:ea typeface="Arial"/>
                <a:cs typeface="Arial"/>
              </a:defRPr>
            </a:lvl6pPr>
            <a:lvl7pPr algn="l">
              <a:defRPr sz="2850" b="1">
                <a:solidFill>
                  <a:srgbClr val="FFFFFF"/>
                </a:solidFill>
                <a:latin typeface="Arial"/>
                <a:ea typeface="Arial"/>
                <a:cs typeface="Arial"/>
              </a:defRPr>
            </a:lvl7pPr>
            <a:lvl8pPr algn="l">
              <a:defRPr sz="2850" b="1">
                <a:solidFill>
                  <a:srgbClr val="FFFFFF"/>
                </a:solidFill>
                <a:latin typeface="Arial"/>
                <a:ea typeface="Arial"/>
                <a:cs typeface="Arial"/>
              </a:defRPr>
            </a:lvl8pPr>
            <a:lvl9pPr algn="l">
              <a:defRPr sz="2850" b="1">
                <a:solidFill>
                  <a:srgbClr val="FFFFFF"/>
                </a:solidFill>
                <a:latin typeface="Arial"/>
                <a:ea typeface="Arial"/>
                <a:cs typeface="Arial"/>
              </a:defRPr>
            </a:lvl9pPr>
          </a:lstStyle>
          <a:p xmlns:a="http://schemas.openxmlformats.org/drawingml/2006/main">
            <a:pPr algn="l">
              <a:buNone/>
              <a:defRPr sz="2850" b="1">
                <a:solidFill>
                  <a:srgbClr val="FFFFFF"/>
                </a:solidFill>
                <a:latin typeface="Arial"/>
                <a:ea typeface="Arial"/>
                <a:cs typeface="Arial"/>
              </a:defRPr>
            </a:pPr>
            <a:r>
              <a:rPr sz="2850" b="1">
                <a:solidFill>
                  <a:srgbClr val="FFFFFF"/>
                </a:solidFill>
                <a:latin typeface="Arial"/>
                <a:ea typeface="Arial"/>
                <a:cs typeface="Arial"/>
              </a:rPr>
              <a:t>Capacidad de referencia y compromiso</a:t>
            </a:r>
          </a:p>
        </p:txBody>
      </p:sp>
      <p:sp>
        <p:nvSpPr>
          <p:cNvPr id="3" name="GESTIÓN SIMULADA · SPRINTS 1 Y 2">
            <a:extLst xmlns:a="http://schemas.openxmlformats.org/drawingml/2006/main">
              <a:ext uri="{FF2B5EF4-FFF2-40B4-BE49-F238E27FC236}">
                <a16:creationId xmlns:a16="http://schemas.microsoft.com/office/drawing/2014/main" id="{CA397BBF-E8D9-412D-91DF-BC0621C59707}"/>
              </a:ext>
            </a:extLst>
          </p:cNvPr>
          <p:cNvSpPr>
            <a:spLocks xmlns:a="http://schemas.openxmlformats.org/drawingml/2006/main" noGrp="1"/>
          </p:cNvSpPr>
          <p:nvPr/>
        </p:nvSpPr>
        <p:spPr>
          <a:xfrm xmlns:a="http://schemas.openxmlformats.org/drawingml/2006/main">
            <a:off x="457200" y="1200150"/>
            <a:ext cx="11191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125" b="1">
                <a:solidFill>
                  <a:srgbClr val="55707D"/>
                </a:solidFill>
                <a:latin typeface="Arial"/>
                <a:ea typeface="Arial"/>
                <a:cs typeface="Arial"/>
              </a:defRPr>
            </a:defPPr>
            <a:lvl1pPr algn="l">
              <a:defRPr sz="1125" b="1">
                <a:solidFill>
                  <a:srgbClr val="55707D"/>
                </a:solidFill>
                <a:latin typeface="Arial"/>
                <a:ea typeface="Arial"/>
                <a:cs typeface="Arial"/>
              </a:defRPr>
            </a:lvl1pPr>
            <a:lvl2pPr algn="l">
              <a:defRPr sz="1125" b="1">
                <a:solidFill>
                  <a:srgbClr val="55707D"/>
                </a:solidFill>
                <a:latin typeface="Arial"/>
                <a:ea typeface="Arial"/>
                <a:cs typeface="Arial"/>
              </a:defRPr>
            </a:lvl2pPr>
            <a:lvl3pPr algn="l">
              <a:defRPr sz="1125" b="1">
                <a:solidFill>
                  <a:srgbClr val="55707D"/>
                </a:solidFill>
                <a:latin typeface="Arial"/>
                <a:ea typeface="Arial"/>
                <a:cs typeface="Arial"/>
              </a:defRPr>
            </a:lvl3pPr>
            <a:lvl4pPr algn="l">
              <a:defRPr sz="1125" b="1">
                <a:solidFill>
                  <a:srgbClr val="55707D"/>
                </a:solidFill>
                <a:latin typeface="Arial"/>
                <a:ea typeface="Arial"/>
                <a:cs typeface="Arial"/>
              </a:defRPr>
            </a:lvl4pPr>
            <a:lvl5pPr algn="l">
              <a:defRPr sz="1125" b="1">
                <a:solidFill>
                  <a:srgbClr val="55707D"/>
                </a:solidFill>
                <a:latin typeface="Arial"/>
                <a:ea typeface="Arial"/>
                <a:cs typeface="Arial"/>
              </a:defRPr>
            </a:lvl5pPr>
            <a:lvl6pPr algn="l">
              <a:defRPr sz="1125" b="1">
                <a:solidFill>
                  <a:srgbClr val="55707D"/>
                </a:solidFill>
                <a:latin typeface="Arial"/>
                <a:ea typeface="Arial"/>
                <a:cs typeface="Arial"/>
              </a:defRPr>
            </a:lvl6pPr>
            <a:lvl7pPr algn="l">
              <a:defRPr sz="1125" b="1">
                <a:solidFill>
                  <a:srgbClr val="55707D"/>
                </a:solidFill>
                <a:latin typeface="Arial"/>
                <a:ea typeface="Arial"/>
                <a:cs typeface="Arial"/>
              </a:defRPr>
            </a:lvl7pPr>
            <a:lvl8pPr algn="l">
              <a:defRPr sz="1125" b="1">
                <a:solidFill>
                  <a:srgbClr val="55707D"/>
                </a:solidFill>
                <a:latin typeface="Arial"/>
                <a:ea typeface="Arial"/>
                <a:cs typeface="Arial"/>
              </a:defRPr>
            </a:lvl8pPr>
            <a:lvl9pPr algn="l">
              <a:defRPr sz="1125" b="1">
                <a:solidFill>
                  <a:srgbClr val="55707D"/>
                </a:solidFill>
                <a:latin typeface="Arial"/>
                <a:ea typeface="Arial"/>
                <a:cs typeface="Arial"/>
              </a:defRPr>
            </a:lvl9pPr>
          </a:lstStyle>
          <a:p xmlns:a="http://schemas.openxmlformats.org/drawingml/2006/main">
            <a:pPr algn="l">
              <a:buNone/>
              <a:defRPr sz="1125" b="1">
                <a:solidFill>
                  <a:srgbClr val="55707D"/>
                </a:solidFill>
                <a:latin typeface="Arial"/>
                <a:ea typeface="Arial"/>
                <a:cs typeface="Arial"/>
              </a:defRPr>
            </a:pPr>
            <a:r>
              <a:rPr sz="1125" b="1">
                <a:solidFill>
                  <a:srgbClr val="55707D"/>
                </a:solidFill>
                <a:latin typeface="Arial"/>
                <a:ea typeface="Arial"/>
                <a:cs typeface="Arial"/>
              </a:rPr>
              <a:t>GESTIÓN SIMULADA · SPRINTS 1 Y 2</a:t>
            </a:r>
          </a:p>
        </p:txBody>
      </p:sp>
      <p:sp>
        <p:nvSpPr>
          <p:cNvPr id="4" name="">
            <a:extLst xmlns:a="http://schemas.openxmlformats.org/drawingml/2006/main">
              <a:ext uri="{FF2B5EF4-FFF2-40B4-BE49-F238E27FC236}">
                <a16:creationId xmlns:a16="http://schemas.microsoft.com/office/drawing/2014/main" id="{5DB36B0C-98C3-46C7-B520-4E607A446388}"/>
              </a:ext>
            </a:extLst>
          </p:cNvPr>
          <p:cNvSpPr>
            <a:spLocks xmlns:a="http://schemas.openxmlformats.org/drawingml/2006/main" noGrp="1"/>
          </p:cNvSpPr>
          <p:nvPr/>
        </p:nvSpPr>
        <p:spPr>
          <a:xfrm xmlns:a="http://schemas.openxmlformats.org/drawingml/2006/main">
            <a:off x="0" y="6543675"/>
            <a:ext cx="12192000" cy="314325"/>
          </a:xfrm>
          <a:prstGeom xmlns:a="http://schemas.openxmlformats.org/drawingml/2006/main" prst="rect">
            <a:avLst/>
          </a:prstGeom>
          <a:solidFill xmlns:a="http://schemas.openxmlformats.org/drawingml/2006/main">
            <a:srgbClr val="104D70"/>
          </a:solidFill>
          <a:ln xmlns:a="http://schemas.openxmlformats.org/drawingml/2006/main" w="0">
            <a:noFill/>
          </a:ln>
        </p:spPr>
      </p:sp>
      <p:sp>
        <p:nvSpPr>
          <p:cNvPr id="5" name="DataForge Consulting · FinBank">
            <a:extLst xmlns:a="http://schemas.openxmlformats.org/drawingml/2006/main">
              <a:ext uri="{FF2B5EF4-FFF2-40B4-BE49-F238E27FC236}">
                <a16:creationId xmlns:a16="http://schemas.microsoft.com/office/drawing/2014/main" id="{54E22944-3ADB-403F-8E12-333937260AE9}"/>
              </a:ext>
            </a:extLst>
          </p:cNvPr>
          <p:cNvSpPr>
            <a:spLocks xmlns:a="http://schemas.openxmlformats.org/drawingml/2006/main" noGrp="1"/>
          </p:cNvSpPr>
          <p:nvPr/>
        </p:nvSpPr>
        <p:spPr>
          <a:xfrm xmlns:a="http://schemas.openxmlformats.org/drawingml/2006/main">
            <a:off x="457200" y="6619875"/>
            <a:ext cx="5429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050" b="0">
                <a:solidFill>
                  <a:srgbClr val="FFFFFF"/>
                </a:solidFill>
                <a:latin typeface="Arial"/>
                <a:ea typeface="Arial"/>
                <a:cs typeface="Arial"/>
              </a:defRPr>
            </a:defPPr>
            <a:lvl1pPr algn="l">
              <a:defRPr sz="1050" b="0">
                <a:solidFill>
                  <a:srgbClr val="FFFFFF"/>
                </a:solidFill>
                <a:latin typeface="Arial"/>
                <a:ea typeface="Arial"/>
                <a:cs typeface="Arial"/>
              </a:defRPr>
            </a:lvl1pPr>
            <a:lvl2pPr algn="l">
              <a:defRPr sz="1050" b="0">
                <a:solidFill>
                  <a:srgbClr val="FFFFFF"/>
                </a:solidFill>
                <a:latin typeface="Arial"/>
                <a:ea typeface="Arial"/>
                <a:cs typeface="Arial"/>
              </a:defRPr>
            </a:lvl2pPr>
            <a:lvl3pPr algn="l">
              <a:defRPr sz="1050" b="0">
                <a:solidFill>
                  <a:srgbClr val="FFFFFF"/>
                </a:solidFill>
                <a:latin typeface="Arial"/>
                <a:ea typeface="Arial"/>
                <a:cs typeface="Arial"/>
              </a:defRPr>
            </a:lvl3pPr>
            <a:lvl4pPr algn="l">
              <a:defRPr sz="1050" b="0">
                <a:solidFill>
                  <a:srgbClr val="FFFFFF"/>
                </a:solidFill>
                <a:latin typeface="Arial"/>
                <a:ea typeface="Arial"/>
                <a:cs typeface="Arial"/>
              </a:defRPr>
            </a:lvl4pPr>
            <a:lvl5pPr algn="l">
              <a:defRPr sz="1050" b="0">
                <a:solidFill>
                  <a:srgbClr val="FFFFFF"/>
                </a:solidFill>
                <a:latin typeface="Arial"/>
                <a:ea typeface="Arial"/>
                <a:cs typeface="Arial"/>
              </a:defRPr>
            </a:lvl5pPr>
            <a:lvl6pPr algn="l">
              <a:defRPr sz="1050" b="0">
                <a:solidFill>
                  <a:srgbClr val="FFFFFF"/>
                </a:solidFill>
                <a:latin typeface="Arial"/>
                <a:ea typeface="Arial"/>
                <a:cs typeface="Arial"/>
              </a:defRPr>
            </a:lvl6pPr>
            <a:lvl7pPr algn="l">
              <a:defRPr sz="1050" b="0">
                <a:solidFill>
                  <a:srgbClr val="FFFFFF"/>
                </a:solidFill>
                <a:latin typeface="Arial"/>
                <a:ea typeface="Arial"/>
                <a:cs typeface="Arial"/>
              </a:defRPr>
            </a:lvl7pPr>
            <a:lvl8pPr algn="l">
              <a:defRPr sz="1050" b="0">
                <a:solidFill>
                  <a:srgbClr val="FFFFFF"/>
                </a:solidFill>
                <a:latin typeface="Arial"/>
                <a:ea typeface="Arial"/>
                <a:cs typeface="Arial"/>
              </a:defRPr>
            </a:lvl8pPr>
            <a:lvl9pPr algn="l">
              <a:defRPr sz="1050" b="0">
                <a:solidFill>
                  <a:srgbClr val="FFFFFF"/>
                </a:solidFill>
                <a:latin typeface="Arial"/>
                <a:ea typeface="Arial"/>
                <a:cs typeface="Arial"/>
              </a:defRPr>
            </a:lvl9pPr>
          </a:lstStyle>
          <a:p xmlns:a="http://schemas.openxmlformats.org/drawingml/2006/main">
            <a:pPr algn="l">
              <a:buNone/>
              <a:defRPr sz="1050" b="0">
                <a:solidFill>
                  <a:srgbClr val="FFFFFF"/>
                </a:solidFill>
                <a:latin typeface="Arial"/>
                <a:ea typeface="Arial"/>
                <a:cs typeface="Arial"/>
              </a:defRPr>
            </a:pPr>
            <a:r>
              <a:rPr sz="1050" b="0">
                <a:solidFill>
                  <a:srgbClr val="FFFFFF"/>
                </a:solidFill>
                <a:latin typeface="Arial"/>
                <a:ea typeface="Arial"/>
                <a:cs typeface="Arial"/>
              </a:rPr>
              <a:t>DataForge Consulting · FinBank</a:t>
            </a:r>
          </a:p>
        </p:txBody>
      </p:sp>
      <p:sp>
        <p:nvSpPr>
          <p:cNvPr id="6" name="Oscar Merino  |  09">
            <a:extLst xmlns:a="http://schemas.openxmlformats.org/drawingml/2006/main">
              <a:ext uri="{FF2B5EF4-FFF2-40B4-BE49-F238E27FC236}">
                <a16:creationId xmlns:a16="http://schemas.microsoft.com/office/drawing/2014/main" id="{CD98D8F2-B940-40BC-BEF3-AF7A6254F006}"/>
              </a:ext>
            </a:extLst>
          </p:cNvPr>
          <p:cNvSpPr>
            <a:spLocks xmlns:a="http://schemas.openxmlformats.org/drawingml/2006/main" noGrp="1"/>
          </p:cNvSpPr>
          <p:nvPr/>
        </p:nvSpPr>
        <p:spPr>
          <a:xfrm xmlns:a="http://schemas.openxmlformats.org/drawingml/2006/main">
            <a:off x="7048500" y="6619875"/>
            <a:ext cx="466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r">
              <a:defRPr sz="1050" b="0">
                <a:solidFill>
                  <a:srgbClr val="FFFFFF"/>
                </a:solidFill>
                <a:latin typeface="Arial"/>
                <a:ea typeface="Arial"/>
                <a:cs typeface="Arial"/>
              </a:defRPr>
            </a:defPPr>
            <a:lvl1pPr algn="r">
              <a:defRPr sz="1050" b="0">
                <a:solidFill>
                  <a:srgbClr val="FFFFFF"/>
                </a:solidFill>
                <a:latin typeface="Arial"/>
                <a:ea typeface="Arial"/>
                <a:cs typeface="Arial"/>
              </a:defRPr>
            </a:lvl1pPr>
            <a:lvl2pPr algn="r">
              <a:defRPr sz="1050" b="0">
                <a:solidFill>
                  <a:srgbClr val="FFFFFF"/>
                </a:solidFill>
                <a:latin typeface="Arial"/>
                <a:ea typeface="Arial"/>
                <a:cs typeface="Arial"/>
              </a:defRPr>
            </a:lvl2pPr>
            <a:lvl3pPr algn="r">
              <a:defRPr sz="1050" b="0">
                <a:solidFill>
                  <a:srgbClr val="FFFFFF"/>
                </a:solidFill>
                <a:latin typeface="Arial"/>
                <a:ea typeface="Arial"/>
                <a:cs typeface="Arial"/>
              </a:defRPr>
            </a:lvl3pPr>
            <a:lvl4pPr algn="r">
              <a:defRPr sz="1050" b="0">
                <a:solidFill>
                  <a:srgbClr val="FFFFFF"/>
                </a:solidFill>
                <a:latin typeface="Arial"/>
                <a:ea typeface="Arial"/>
                <a:cs typeface="Arial"/>
              </a:defRPr>
            </a:lvl4pPr>
            <a:lvl5pPr algn="r">
              <a:defRPr sz="1050" b="0">
                <a:solidFill>
                  <a:srgbClr val="FFFFFF"/>
                </a:solidFill>
                <a:latin typeface="Arial"/>
                <a:ea typeface="Arial"/>
                <a:cs typeface="Arial"/>
              </a:defRPr>
            </a:lvl5pPr>
            <a:lvl6pPr algn="r">
              <a:defRPr sz="1050" b="0">
                <a:solidFill>
                  <a:srgbClr val="FFFFFF"/>
                </a:solidFill>
                <a:latin typeface="Arial"/>
                <a:ea typeface="Arial"/>
                <a:cs typeface="Arial"/>
              </a:defRPr>
            </a:lvl6pPr>
            <a:lvl7pPr algn="r">
              <a:defRPr sz="1050" b="0">
                <a:solidFill>
                  <a:srgbClr val="FFFFFF"/>
                </a:solidFill>
                <a:latin typeface="Arial"/>
                <a:ea typeface="Arial"/>
                <a:cs typeface="Arial"/>
              </a:defRPr>
            </a:lvl7pPr>
            <a:lvl8pPr algn="r">
              <a:defRPr sz="1050" b="0">
                <a:solidFill>
                  <a:srgbClr val="FFFFFF"/>
                </a:solidFill>
                <a:latin typeface="Arial"/>
                <a:ea typeface="Arial"/>
                <a:cs typeface="Arial"/>
              </a:defRPr>
            </a:lvl8pPr>
            <a:lvl9pPr algn="r">
              <a:defRPr sz="1050" b="0">
                <a:solidFill>
                  <a:srgbClr val="FFFFFF"/>
                </a:solidFill>
                <a:latin typeface="Arial"/>
                <a:ea typeface="Arial"/>
                <a:cs typeface="Arial"/>
              </a:defRPr>
            </a:lvl9pPr>
          </a:lstStyle>
          <a:p xmlns:a="http://schemas.openxmlformats.org/drawingml/2006/main">
            <a:pPr algn="r">
              <a:buNone/>
              <a:defRPr sz="1050" b="0">
                <a:solidFill>
                  <a:srgbClr val="FFFFFF"/>
                </a:solidFill>
                <a:latin typeface="Arial"/>
                <a:ea typeface="Arial"/>
                <a:cs typeface="Arial"/>
              </a:defRPr>
            </a:pPr>
            <a:r>
              <a:rPr sz="1050" b="0">
                <a:solidFill>
                  <a:srgbClr val="FFFFFF"/>
                </a:solidFill>
                <a:latin typeface="Arial"/>
                <a:ea typeface="Arial"/>
                <a:cs typeface="Arial"/>
              </a:rPr>
              <a:t>Oscar Merino  |  09</a:t>
            </a:r>
          </a:p>
        </p:txBody>
      </p:sp>
      <p:graphicFrame>
        <p:nvGraphicFramePr>
          <p:cNvPr id="7" name="Chart">
            <a:extLst xmlns:a="http://schemas.openxmlformats.org/drawingml/2006/main">
              <a:ext uri="{FF2B5EF4-FFF2-40B4-BE49-F238E27FC236}">
                <a16:creationId xmlns:a16="http://schemas.microsoft.com/office/drawing/2014/main" id="{08E0544F-3294-4B8C-968D-67DF45956BCD}"/>
              </a:ext>
            </a:extLst>
          </p:cNvPr>
          <p:cNvGraphicFramePr/>
          <p:nvPr/>
        </p:nvGraphicFramePr>
        <p:xfrm>
          <a:off xmlns:a="http://schemas.openxmlformats.org/drawingml/2006/main" x="457200" y="1828800"/>
          <a:ext xmlns:a="http://schemas.openxmlformats.org/drawingml/2006/main" cx="7239000" cy="3790950"/>
        </p:xfrm>
        <a:graphic xmlns:a="http://schemas.openxmlformats.org/drawingml/2006/main">
          <a:graphicData uri="http://schemas.openxmlformats.org/drawingml/2006/chart">
            <c:chart xmlns:r="http://schemas.openxmlformats.org/officeDocument/2006/relationships" xmlns:c="http://schemas.openxmlformats.org/drawingml/2006/chart" r:id="Raa554f3369914ce6"/>
          </a:graphicData>
        </a:graphic>
      </p:graphicFrame>
      <p:sp>
        <p:nvSpPr>
          <p:cNvPr id="8" name="15,5">
            <a:extLst xmlns:a="http://schemas.openxmlformats.org/drawingml/2006/main">
              <a:ext uri="{FF2B5EF4-FFF2-40B4-BE49-F238E27FC236}">
                <a16:creationId xmlns:a16="http://schemas.microsoft.com/office/drawing/2014/main" id="{FC754BC6-681D-487A-8425-6DAB6674B31F}"/>
              </a:ext>
            </a:extLst>
          </p:cNvPr>
          <p:cNvSpPr>
            <a:spLocks xmlns:a="http://schemas.openxmlformats.org/drawingml/2006/main" noGrp="1"/>
          </p:cNvSpPr>
          <p:nvPr/>
        </p:nvSpPr>
        <p:spPr>
          <a:xfrm xmlns:a="http://schemas.openxmlformats.org/drawingml/2006/main">
            <a:off x="8334375" y="1885950"/>
            <a:ext cx="3143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6000" b="1">
                <a:solidFill>
                  <a:srgbClr val="104D70"/>
                </a:solidFill>
                <a:latin typeface="Arial"/>
                <a:ea typeface="Arial"/>
                <a:cs typeface="Arial"/>
              </a:defRPr>
            </a:defPPr>
            <a:lvl1pPr algn="l">
              <a:defRPr sz="6000" b="1">
                <a:solidFill>
                  <a:srgbClr val="104D70"/>
                </a:solidFill>
                <a:latin typeface="Arial"/>
                <a:ea typeface="Arial"/>
                <a:cs typeface="Arial"/>
              </a:defRPr>
            </a:lvl1pPr>
            <a:lvl2pPr algn="l">
              <a:defRPr sz="6000" b="1">
                <a:solidFill>
                  <a:srgbClr val="104D70"/>
                </a:solidFill>
                <a:latin typeface="Arial"/>
                <a:ea typeface="Arial"/>
                <a:cs typeface="Arial"/>
              </a:defRPr>
            </a:lvl2pPr>
            <a:lvl3pPr algn="l">
              <a:defRPr sz="6000" b="1">
                <a:solidFill>
                  <a:srgbClr val="104D70"/>
                </a:solidFill>
                <a:latin typeface="Arial"/>
                <a:ea typeface="Arial"/>
                <a:cs typeface="Arial"/>
              </a:defRPr>
            </a:lvl3pPr>
            <a:lvl4pPr algn="l">
              <a:defRPr sz="6000" b="1">
                <a:solidFill>
                  <a:srgbClr val="104D70"/>
                </a:solidFill>
                <a:latin typeface="Arial"/>
                <a:ea typeface="Arial"/>
                <a:cs typeface="Arial"/>
              </a:defRPr>
            </a:lvl4pPr>
            <a:lvl5pPr algn="l">
              <a:defRPr sz="6000" b="1">
                <a:solidFill>
                  <a:srgbClr val="104D70"/>
                </a:solidFill>
                <a:latin typeface="Arial"/>
                <a:ea typeface="Arial"/>
                <a:cs typeface="Arial"/>
              </a:defRPr>
            </a:lvl5pPr>
            <a:lvl6pPr algn="l">
              <a:defRPr sz="6000" b="1">
                <a:solidFill>
                  <a:srgbClr val="104D70"/>
                </a:solidFill>
                <a:latin typeface="Arial"/>
                <a:ea typeface="Arial"/>
                <a:cs typeface="Arial"/>
              </a:defRPr>
            </a:lvl6pPr>
            <a:lvl7pPr algn="l">
              <a:defRPr sz="6000" b="1">
                <a:solidFill>
                  <a:srgbClr val="104D70"/>
                </a:solidFill>
                <a:latin typeface="Arial"/>
                <a:ea typeface="Arial"/>
                <a:cs typeface="Arial"/>
              </a:defRPr>
            </a:lvl7pPr>
            <a:lvl8pPr algn="l">
              <a:defRPr sz="6000" b="1">
                <a:solidFill>
                  <a:srgbClr val="104D70"/>
                </a:solidFill>
                <a:latin typeface="Arial"/>
                <a:ea typeface="Arial"/>
                <a:cs typeface="Arial"/>
              </a:defRPr>
            </a:lvl8pPr>
            <a:lvl9pPr algn="l">
              <a:defRPr sz="6000" b="1">
                <a:solidFill>
                  <a:srgbClr val="104D70"/>
                </a:solidFill>
                <a:latin typeface="Arial"/>
                <a:ea typeface="Arial"/>
                <a:cs typeface="Arial"/>
              </a:defRPr>
            </a:lvl9pPr>
          </a:lstStyle>
          <a:p xmlns:a="http://schemas.openxmlformats.org/drawingml/2006/main">
            <a:pPr algn="l">
              <a:buNone/>
              <a:defRPr sz="6000" b="1">
                <a:solidFill>
                  <a:srgbClr val="104D70"/>
                </a:solidFill>
                <a:latin typeface="Arial"/>
                <a:ea typeface="Arial"/>
                <a:cs typeface="Arial"/>
              </a:defRPr>
            </a:pPr>
            <a:r>
              <a:rPr sz="6000" b="1">
                <a:solidFill>
                  <a:srgbClr val="104D70"/>
                </a:solidFill>
                <a:latin typeface="Arial"/>
                <a:ea typeface="Arial"/>
                <a:cs typeface="Arial"/>
              </a:rPr>
              <a:t>15,5</a:t>
            </a:r>
          </a:p>
        </p:txBody>
      </p:sp>
      <p:sp>
        <p:nvSpPr>
          <p:cNvPr id="9" name="Puntos por sprint&#10;Promedio de 2 ciclos">
            <a:extLst xmlns:a="http://schemas.openxmlformats.org/drawingml/2006/main">
              <a:ext uri="{FF2B5EF4-FFF2-40B4-BE49-F238E27FC236}">
                <a16:creationId xmlns:a16="http://schemas.microsoft.com/office/drawing/2014/main" id="{E4788CBA-ACDD-428A-94A9-62C6D0B5A40A}"/>
              </a:ext>
            </a:extLst>
          </p:cNvPr>
          <p:cNvSpPr>
            <a:spLocks xmlns:a="http://schemas.openxmlformats.org/drawingml/2006/main" noGrp="1"/>
          </p:cNvSpPr>
          <p:nvPr/>
        </p:nvSpPr>
        <p:spPr>
          <a:xfrm xmlns:a="http://schemas.openxmlformats.org/drawingml/2006/main">
            <a:off x="8334375" y="2952750"/>
            <a:ext cx="3143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025" b="0">
                <a:solidFill>
                  <a:srgbClr val="153444"/>
                </a:solidFill>
                <a:latin typeface="Arial"/>
                <a:ea typeface="Arial"/>
                <a:cs typeface="Arial"/>
              </a:defRPr>
            </a:defPPr>
            <a:lvl1pPr algn="l">
              <a:defRPr sz="2025" b="0">
                <a:solidFill>
                  <a:srgbClr val="153444"/>
                </a:solidFill>
                <a:latin typeface="Arial"/>
                <a:ea typeface="Arial"/>
                <a:cs typeface="Arial"/>
              </a:defRPr>
            </a:lvl1pPr>
            <a:lvl2pPr algn="l">
              <a:defRPr sz="2025" b="0">
                <a:solidFill>
                  <a:srgbClr val="153444"/>
                </a:solidFill>
                <a:latin typeface="Arial"/>
                <a:ea typeface="Arial"/>
                <a:cs typeface="Arial"/>
              </a:defRPr>
            </a:lvl2pPr>
            <a:lvl3pPr algn="l">
              <a:defRPr sz="2025" b="0">
                <a:solidFill>
                  <a:srgbClr val="153444"/>
                </a:solidFill>
                <a:latin typeface="Arial"/>
                <a:ea typeface="Arial"/>
                <a:cs typeface="Arial"/>
              </a:defRPr>
            </a:lvl3pPr>
            <a:lvl4pPr algn="l">
              <a:defRPr sz="2025" b="0">
                <a:solidFill>
                  <a:srgbClr val="153444"/>
                </a:solidFill>
                <a:latin typeface="Arial"/>
                <a:ea typeface="Arial"/>
                <a:cs typeface="Arial"/>
              </a:defRPr>
            </a:lvl4pPr>
            <a:lvl5pPr algn="l">
              <a:defRPr sz="2025" b="0">
                <a:solidFill>
                  <a:srgbClr val="153444"/>
                </a:solidFill>
                <a:latin typeface="Arial"/>
                <a:ea typeface="Arial"/>
                <a:cs typeface="Arial"/>
              </a:defRPr>
            </a:lvl5pPr>
            <a:lvl6pPr algn="l">
              <a:defRPr sz="2025" b="0">
                <a:solidFill>
                  <a:srgbClr val="153444"/>
                </a:solidFill>
                <a:latin typeface="Arial"/>
                <a:ea typeface="Arial"/>
                <a:cs typeface="Arial"/>
              </a:defRPr>
            </a:lvl6pPr>
            <a:lvl7pPr algn="l">
              <a:defRPr sz="2025" b="0">
                <a:solidFill>
                  <a:srgbClr val="153444"/>
                </a:solidFill>
                <a:latin typeface="Arial"/>
                <a:ea typeface="Arial"/>
                <a:cs typeface="Arial"/>
              </a:defRPr>
            </a:lvl7pPr>
            <a:lvl8pPr algn="l">
              <a:defRPr sz="2025" b="0">
                <a:solidFill>
                  <a:srgbClr val="153444"/>
                </a:solidFill>
                <a:latin typeface="Arial"/>
                <a:ea typeface="Arial"/>
                <a:cs typeface="Arial"/>
              </a:defRPr>
            </a:lvl8pPr>
            <a:lvl9pPr algn="l">
              <a:defRPr sz="2025" b="0">
                <a:solidFill>
                  <a:srgbClr val="153444"/>
                </a:solidFill>
                <a:latin typeface="Arial"/>
                <a:ea typeface="Arial"/>
                <a:cs typeface="Arial"/>
              </a:defRPr>
            </a:lvl9pPr>
          </a:lstStyle>
          <a:p xmlns:a="http://schemas.openxmlformats.org/drawingml/2006/main">
            <a:pPr algn="l">
              <a:buNone/>
              <a:defRPr sz="2025" b="0">
                <a:solidFill>
                  <a:srgbClr val="153444"/>
                </a:solidFill>
                <a:latin typeface="Arial"/>
                <a:ea typeface="Arial"/>
                <a:cs typeface="Arial"/>
              </a:defRPr>
            </a:pPr>
            <a:r>
              <a:rPr sz="2025" b="0">
                <a:solidFill>
                  <a:srgbClr val="153444"/>
                </a:solidFill>
                <a:latin typeface="Arial"/>
                <a:ea typeface="Arial"/>
                <a:cs typeface="Arial"/>
              </a:rPr>
              <a:t>Puntos por sprint</a:t>
            </a:r>
          </a:p>
          <a:p xmlns:a="http://schemas.openxmlformats.org/drawingml/2006/main">
            <a:pPr algn="l">
              <a:buNone/>
              <a:defRPr sz="2025" b="0">
                <a:solidFill>
                  <a:srgbClr val="153444"/>
                </a:solidFill>
                <a:latin typeface="Arial"/>
                <a:ea typeface="Arial"/>
                <a:cs typeface="Arial"/>
              </a:defRPr>
            </a:pPr>
            <a:r>
              <a:rPr sz="2025" b="0">
                <a:solidFill>
                  <a:srgbClr val="153444"/>
                </a:solidFill>
                <a:latin typeface="Arial"/>
                <a:ea typeface="Arial"/>
                <a:cs typeface="Arial"/>
              </a:rPr>
              <a:t>Promedio de 2 ciclos</a:t>
            </a:r>
          </a:p>
        </p:txBody>
      </p:sp>
      <p:sp>
        <p:nvSpPr>
          <p:cNvPr id="10" name="75%">
            <a:extLst xmlns:a="http://schemas.openxmlformats.org/drawingml/2006/main">
              <a:ext uri="{FF2B5EF4-FFF2-40B4-BE49-F238E27FC236}">
                <a16:creationId xmlns:a16="http://schemas.microsoft.com/office/drawing/2014/main" id="{C8B5164C-39F2-452E-A8B5-06C460A447AC}"/>
              </a:ext>
            </a:extLst>
          </p:cNvPr>
          <p:cNvSpPr>
            <a:spLocks xmlns:a="http://schemas.openxmlformats.org/drawingml/2006/main" noGrp="1"/>
          </p:cNvSpPr>
          <p:nvPr/>
        </p:nvSpPr>
        <p:spPr>
          <a:xfrm xmlns:a="http://schemas.openxmlformats.org/drawingml/2006/main">
            <a:off x="8334375" y="4143375"/>
            <a:ext cx="3143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4500" b="1">
                <a:solidFill>
                  <a:srgbClr val="C41446"/>
                </a:solidFill>
                <a:latin typeface="Arial"/>
                <a:ea typeface="Arial"/>
                <a:cs typeface="Arial"/>
              </a:defRPr>
            </a:defPPr>
            <a:lvl1pPr algn="l">
              <a:defRPr sz="4500" b="1">
                <a:solidFill>
                  <a:srgbClr val="C41446"/>
                </a:solidFill>
                <a:latin typeface="Arial"/>
                <a:ea typeface="Arial"/>
                <a:cs typeface="Arial"/>
              </a:defRPr>
            </a:lvl1pPr>
            <a:lvl2pPr algn="l">
              <a:defRPr sz="4500" b="1">
                <a:solidFill>
                  <a:srgbClr val="C41446"/>
                </a:solidFill>
                <a:latin typeface="Arial"/>
                <a:ea typeface="Arial"/>
                <a:cs typeface="Arial"/>
              </a:defRPr>
            </a:lvl2pPr>
            <a:lvl3pPr algn="l">
              <a:defRPr sz="4500" b="1">
                <a:solidFill>
                  <a:srgbClr val="C41446"/>
                </a:solidFill>
                <a:latin typeface="Arial"/>
                <a:ea typeface="Arial"/>
                <a:cs typeface="Arial"/>
              </a:defRPr>
            </a:lvl3pPr>
            <a:lvl4pPr algn="l">
              <a:defRPr sz="4500" b="1">
                <a:solidFill>
                  <a:srgbClr val="C41446"/>
                </a:solidFill>
                <a:latin typeface="Arial"/>
                <a:ea typeface="Arial"/>
                <a:cs typeface="Arial"/>
              </a:defRPr>
            </a:lvl4pPr>
            <a:lvl5pPr algn="l">
              <a:defRPr sz="4500" b="1">
                <a:solidFill>
                  <a:srgbClr val="C41446"/>
                </a:solidFill>
                <a:latin typeface="Arial"/>
                <a:ea typeface="Arial"/>
                <a:cs typeface="Arial"/>
              </a:defRPr>
            </a:lvl5pPr>
            <a:lvl6pPr algn="l">
              <a:defRPr sz="4500" b="1">
                <a:solidFill>
                  <a:srgbClr val="C41446"/>
                </a:solidFill>
                <a:latin typeface="Arial"/>
                <a:ea typeface="Arial"/>
                <a:cs typeface="Arial"/>
              </a:defRPr>
            </a:lvl6pPr>
            <a:lvl7pPr algn="l">
              <a:defRPr sz="4500" b="1">
                <a:solidFill>
                  <a:srgbClr val="C41446"/>
                </a:solidFill>
                <a:latin typeface="Arial"/>
                <a:ea typeface="Arial"/>
                <a:cs typeface="Arial"/>
              </a:defRPr>
            </a:lvl7pPr>
            <a:lvl8pPr algn="l">
              <a:defRPr sz="4500" b="1">
                <a:solidFill>
                  <a:srgbClr val="C41446"/>
                </a:solidFill>
                <a:latin typeface="Arial"/>
                <a:ea typeface="Arial"/>
                <a:cs typeface="Arial"/>
              </a:defRPr>
            </a:lvl8pPr>
            <a:lvl9pPr algn="l">
              <a:defRPr sz="4500" b="1">
                <a:solidFill>
                  <a:srgbClr val="C41446"/>
                </a:solidFill>
                <a:latin typeface="Arial"/>
                <a:ea typeface="Arial"/>
                <a:cs typeface="Arial"/>
              </a:defRPr>
            </a:lvl9pPr>
          </a:lstStyle>
          <a:p xmlns:a="http://schemas.openxmlformats.org/drawingml/2006/main">
            <a:pPr algn="l">
              <a:buNone/>
              <a:defRPr sz="4500" b="1">
                <a:solidFill>
                  <a:srgbClr val="C41446"/>
                </a:solidFill>
                <a:latin typeface="Arial"/>
                <a:ea typeface="Arial"/>
                <a:cs typeface="Arial"/>
              </a:defRPr>
            </a:pPr>
            <a:r>
              <a:rPr sz="4500" b="1">
                <a:solidFill>
                  <a:srgbClr val="C41446"/>
                </a:solidFill>
                <a:latin typeface="Arial"/>
                <a:ea typeface="Arial"/>
                <a:cs typeface="Arial"/>
              </a:rPr>
              <a:t>75%</a:t>
            </a:r>
          </a:p>
        </p:txBody>
      </p:sp>
      <p:sp>
        <p:nvSpPr>
          <p:cNvPr id="11" name="Cumplimiento S2&#10;15 de 20 puntos">
            <a:extLst xmlns:a="http://schemas.openxmlformats.org/drawingml/2006/main">
              <a:ext uri="{FF2B5EF4-FFF2-40B4-BE49-F238E27FC236}">
                <a16:creationId xmlns:a16="http://schemas.microsoft.com/office/drawing/2014/main" id="{CF444C83-9ED2-45B6-93F2-C0957F0E8B87}"/>
              </a:ext>
            </a:extLst>
          </p:cNvPr>
          <p:cNvSpPr>
            <a:spLocks xmlns:a="http://schemas.openxmlformats.org/drawingml/2006/main" noGrp="1"/>
          </p:cNvSpPr>
          <p:nvPr/>
        </p:nvSpPr>
        <p:spPr>
          <a:xfrm xmlns:a="http://schemas.openxmlformats.org/drawingml/2006/main">
            <a:off x="8334375" y="4972050"/>
            <a:ext cx="31432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950" b="0">
                <a:solidFill>
                  <a:srgbClr val="153444"/>
                </a:solidFill>
                <a:latin typeface="Arial"/>
                <a:ea typeface="Arial"/>
                <a:cs typeface="Arial"/>
              </a:defRPr>
            </a:defPPr>
            <a:lvl1pPr algn="l">
              <a:defRPr sz="1950" b="0">
                <a:solidFill>
                  <a:srgbClr val="153444"/>
                </a:solidFill>
                <a:latin typeface="Arial"/>
                <a:ea typeface="Arial"/>
                <a:cs typeface="Arial"/>
              </a:defRPr>
            </a:lvl1pPr>
            <a:lvl2pPr algn="l">
              <a:defRPr sz="1950" b="0">
                <a:solidFill>
                  <a:srgbClr val="153444"/>
                </a:solidFill>
                <a:latin typeface="Arial"/>
                <a:ea typeface="Arial"/>
                <a:cs typeface="Arial"/>
              </a:defRPr>
            </a:lvl2pPr>
            <a:lvl3pPr algn="l">
              <a:defRPr sz="1950" b="0">
                <a:solidFill>
                  <a:srgbClr val="153444"/>
                </a:solidFill>
                <a:latin typeface="Arial"/>
                <a:ea typeface="Arial"/>
                <a:cs typeface="Arial"/>
              </a:defRPr>
            </a:lvl3pPr>
            <a:lvl4pPr algn="l">
              <a:defRPr sz="1950" b="0">
                <a:solidFill>
                  <a:srgbClr val="153444"/>
                </a:solidFill>
                <a:latin typeface="Arial"/>
                <a:ea typeface="Arial"/>
                <a:cs typeface="Arial"/>
              </a:defRPr>
            </a:lvl4pPr>
            <a:lvl5pPr algn="l">
              <a:defRPr sz="1950" b="0">
                <a:solidFill>
                  <a:srgbClr val="153444"/>
                </a:solidFill>
                <a:latin typeface="Arial"/>
                <a:ea typeface="Arial"/>
                <a:cs typeface="Arial"/>
              </a:defRPr>
            </a:lvl5pPr>
            <a:lvl6pPr algn="l">
              <a:defRPr sz="1950" b="0">
                <a:solidFill>
                  <a:srgbClr val="153444"/>
                </a:solidFill>
                <a:latin typeface="Arial"/>
                <a:ea typeface="Arial"/>
                <a:cs typeface="Arial"/>
              </a:defRPr>
            </a:lvl6pPr>
            <a:lvl7pPr algn="l">
              <a:defRPr sz="1950" b="0">
                <a:solidFill>
                  <a:srgbClr val="153444"/>
                </a:solidFill>
                <a:latin typeface="Arial"/>
                <a:ea typeface="Arial"/>
                <a:cs typeface="Arial"/>
              </a:defRPr>
            </a:lvl7pPr>
            <a:lvl8pPr algn="l">
              <a:defRPr sz="1950" b="0">
                <a:solidFill>
                  <a:srgbClr val="153444"/>
                </a:solidFill>
                <a:latin typeface="Arial"/>
                <a:ea typeface="Arial"/>
                <a:cs typeface="Arial"/>
              </a:defRPr>
            </a:lvl8pPr>
            <a:lvl9pPr algn="l">
              <a:defRPr sz="1950" b="0">
                <a:solidFill>
                  <a:srgbClr val="153444"/>
                </a:solidFill>
                <a:latin typeface="Arial"/>
                <a:ea typeface="Arial"/>
                <a:cs typeface="Arial"/>
              </a:defRPr>
            </a:lvl9pPr>
          </a:lstStyle>
          <a:p xmlns:a="http://schemas.openxmlformats.org/drawingml/2006/main">
            <a:pPr algn="l">
              <a:buNone/>
              <a:defRPr sz="1950" b="0">
                <a:solidFill>
                  <a:srgbClr val="153444"/>
                </a:solidFill>
                <a:latin typeface="Arial"/>
                <a:ea typeface="Arial"/>
                <a:cs typeface="Arial"/>
              </a:defRPr>
            </a:pPr>
            <a:r>
              <a:rPr sz="1950" b="0">
                <a:solidFill>
                  <a:srgbClr val="153444"/>
                </a:solidFill>
                <a:latin typeface="Arial"/>
                <a:ea typeface="Arial"/>
                <a:cs typeface="Arial"/>
              </a:rPr>
              <a:t>Cumplimiento S2</a:t>
            </a:r>
          </a:p>
          <a:p xmlns:a="http://schemas.openxmlformats.org/drawingml/2006/main">
            <a:pPr algn="l">
              <a:buNone/>
              <a:defRPr sz="1950" b="0">
                <a:solidFill>
                  <a:srgbClr val="153444"/>
                </a:solidFill>
                <a:latin typeface="Arial"/>
                <a:ea typeface="Arial"/>
                <a:cs typeface="Arial"/>
              </a:defRPr>
            </a:pPr>
            <a:r>
              <a:rPr sz="1950" b="0">
                <a:solidFill>
                  <a:srgbClr val="153444"/>
                </a:solidFill>
                <a:latin typeface="Arial"/>
                <a:ea typeface="Arial"/>
                <a:cs typeface="Arial"/>
              </a:rPr>
              <a:t>15 de 20 puntos</a:t>
            </a:r>
          </a:p>
        </p:txBody>
      </p:sp>
      <p:sp>
        <p:nvSpPr>
          <p:cNvPr id="12" name="No es una mejora de productividad medida. El ">
            <a:extLst xmlns:a="http://schemas.openxmlformats.org/drawingml/2006/main">
              <a:ext uri="{FF2B5EF4-FFF2-40B4-BE49-F238E27FC236}">
                <a16:creationId xmlns:a16="http://schemas.microsoft.com/office/drawing/2014/main" id="{D28818E5-2CF9-46D0-96D5-D316F3173CDB}"/>
              </a:ext>
            </a:extLst>
          </p:cNvPr>
          <p:cNvSpPr>
            <a:spLocks xmlns:a="http://schemas.openxmlformats.org/drawingml/2006/main" noGrp="1"/>
          </p:cNvSpPr>
          <p:nvPr/>
        </p:nvSpPr>
        <p:spPr>
          <a:xfrm xmlns:a="http://schemas.openxmlformats.org/drawingml/2006/main">
            <a:off x="457200" y="6191250"/>
            <a:ext cx="11277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125" b="0">
                <a:solidFill>
                  <a:srgbClr val="55707D"/>
                </a:solidFill>
                <a:latin typeface="Arial"/>
                <a:ea typeface="Arial"/>
                <a:cs typeface="Arial"/>
              </a:defRPr>
            </a:defPPr>
            <a:lvl1pPr algn="l">
              <a:defRPr sz="1125" b="0">
                <a:solidFill>
                  <a:srgbClr val="55707D"/>
                </a:solidFill>
                <a:latin typeface="Arial"/>
                <a:ea typeface="Arial"/>
                <a:cs typeface="Arial"/>
              </a:defRPr>
            </a:lvl1pPr>
            <a:lvl2pPr algn="l">
              <a:defRPr sz="1125" b="0">
                <a:solidFill>
                  <a:srgbClr val="55707D"/>
                </a:solidFill>
                <a:latin typeface="Arial"/>
                <a:ea typeface="Arial"/>
                <a:cs typeface="Arial"/>
              </a:defRPr>
            </a:lvl2pPr>
            <a:lvl3pPr algn="l">
              <a:defRPr sz="1125" b="0">
                <a:solidFill>
                  <a:srgbClr val="55707D"/>
                </a:solidFill>
                <a:latin typeface="Arial"/>
                <a:ea typeface="Arial"/>
                <a:cs typeface="Arial"/>
              </a:defRPr>
            </a:lvl3pPr>
            <a:lvl4pPr algn="l">
              <a:defRPr sz="1125" b="0">
                <a:solidFill>
                  <a:srgbClr val="55707D"/>
                </a:solidFill>
                <a:latin typeface="Arial"/>
                <a:ea typeface="Arial"/>
                <a:cs typeface="Arial"/>
              </a:defRPr>
            </a:lvl4pPr>
            <a:lvl5pPr algn="l">
              <a:defRPr sz="1125" b="0">
                <a:solidFill>
                  <a:srgbClr val="55707D"/>
                </a:solidFill>
                <a:latin typeface="Arial"/>
                <a:ea typeface="Arial"/>
                <a:cs typeface="Arial"/>
              </a:defRPr>
            </a:lvl5pPr>
            <a:lvl6pPr algn="l">
              <a:defRPr sz="1125" b="0">
                <a:solidFill>
                  <a:srgbClr val="55707D"/>
                </a:solidFill>
                <a:latin typeface="Arial"/>
                <a:ea typeface="Arial"/>
                <a:cs typeface="Arial"/>
              </a:defRPr>
            </a:lvl6pPr>
            <a:lvl7pPr algn="l">
              <a:defRPr sz="1125" b="0">
                <a:solidFill>
                  <a:srgbClr val="55707D"/>
                </a:solidFill>
                <a:latin typeface="Arial"/>
                <a:ea typeface="Arial"/>
                <a:cs typeface="Arial"/>
              </a:defRPr>
            </a:lvl7pPr>
            <a:lvl8pPr algn="l">
              <a:defRPr sz="1125" b="0">
                <a:solidFill>
                  <a:srgbClr val="55707D"/>
                </a:solidFill>
                <a:latin typeface="Arial"/>
                <a:ea typeface="Arial"/>
                <a:cs typeface="Arial"/>
              </a:defRPr>
            </a:lvl8pPr>
            <a:lvl9pPr algn="l">
              <a:defRPr sz="1125" b="0">
                <a:solidFill>
                  <a:srgbClr val="55707D"/>
                </a:solidFill>
                <a:latin typeface="Arial"/>
                <a:ea typeface="Arial"/>
                <a:cs typeface="Arial"/>
              </a:defRPr>
            </a:lvl9pPr>
          </a:lstStyle>
          <a:p xmlns:a="http://schemas.openxmlformats.org/drawingml/2006/main">
            <a:pPr algn="l">
              <a:buNone/>
              <a:defRPr sz="1125" b="0">
                <a:solidFill>
                  <a:srgbClr val="55707D"/>
                </a:solidFill>
                <a:latin typeface="Arial"/>
                <a:ea typeface="Arial"/>
                <a:cs typeface="Arial"/>
              </a:defRPr>
            </a:pPr>
            <a:r>
              <a:rPr sz="1125" b="0">
                <a:solidFill>
                  <a:srgbClr val="55707D"/>
                </a:solidFill>
                <a:latin typeface="Arial"/>
                <a:ea typeface="Arial"/>
                <a:cs typeface="Arial"/>
              </a:rPr>
              <a:t>Quince y dieciséis puntos cerrados orientan la próxima planificación del caso académico.</a:t>
            </a:r>
          </a:p>
        </p:txBody>
      </p:sp>
    </p:spTree>
    <p:extLst>
      <p:ext uri="{BB962C8B-B14F-4D97-AF65-F5344CB8AC3E}">
        <p14:creationId xmlns:p14="http://schemas.microsoft.com/office/powerpoint/2010/main" val="1047696219"/>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346C3DD6-9E70-4FA7-B301-550356DE00FE}"/>
              </a:ext>
            </a:extLst>
          </p:cNvPr>
          <p:cNvSpPr>
            <a:spLocks xmlns:a="http://schemas.openxmlformats.org/drawingml/2006/main" noGrp="1"/>
          </p:cNvSpPr>
          <p:nvPr/>
        </p:nvSpPr>
        <p:spPr>
          <a:xfrm xmlns:a="http://schemas.openxmlformats.org/drawingml/2006/main">
            <a:off x="0" y="0"/>
            <a:ext cx="12192000" cy="990600"/>
          </a:xfrm>
          <a:prstGeom xmlns:a="http://schemas.openxmlformats.org/drawingml/2006/main" prst="rect">
            <a:avLst/>
          </a:prstGeom>
          <a:solidFill xmlns:a="http://schemas.openxmlformats.org/drawingml/2006/main">
            <a:srgbClr val="104D70"/>
          </a:solidFill>
          <a:ln xmlns:a="http://schemas.openxmlformats.org/drawingml/2006/main" w="0">
            <a:noFill/>
          </a:ln>
        </p:spPr>
      </p:sp>
      <p:sp>
        <p:nvSpPr>
          <p:cNvPr id="2" name="El burndown hace visible el trabajo pendiente">
            <a:extLst xmlns:a="http://schemas.openxmlformats.org/drawingml/2006/main">
              <a:ext uri="{FF2B5EF4-FFF2-40B4-BE49-F238E27FC236}">
                <a16:creationId xmlns:a16="http://schemas.microsoft.com/office/drawing/2014/main" id="{264EB88F-6BF9-42E7-B68D-150A3E6C9795}"/>
              </a:ext>
            </a:extLst>
          </p:cNvPr>
          <p:cNvSpPr>
            <a:spLocks xmlns:a="http://schemas.openxmlformats.org/drawingml/2006/main" noGrp="1"/>
          </p:cNvSpPr>
          <p:nvPr/>
        </p:nvSpPr>
        <p:spPr>
          <a:xfrm xmlns:a="http://schemas.openxmlformats.org/drawingml/2006/main">
            <a:off x="457200" y="276225"/>
            <a:ext cx="11239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850" b="1">
                <a:solidFill>
                  <a:srgbClr val="FFFFFF"/>
                </a:solidFill>
                <a:latin typeface="Arial"/>
                <a:ea typeface="Arial"/>
                <a:cs typeface="Arial"/>
              </a:defRPr>
            </a:defPPr>
            <a:lvl1pPr algn="l">
              <a:defRPr sz="2850" b="1">
                <a:solidFill>
                  <a:srgbClr val="FFFFFF"/>
                </a:solidFill>
                <a:latin typeface="Arial"/>
                <a:ea typeface="Arial"/>
                <a:cs typeface="Arial"/>
              </a:defRPr>
            </a:lvl1pPr>
            <a:lvl2pPr algn="l">
              <a:defRPr sz="2850" b="1">
                <a:solidFill>
                  <a:srgbClr val="FFFFFF"/>
                </a:solidFill>
                <a:latin typeface="Arial"/>
                <a:ea typeface="Arial"/>
                <a:cs typeface="Arial"/>
              </a:defRPr>
            </a:lvl2pPr>
            <a:lvl3pPr algn="l">
              <a:defRPr sz="2850" b="1">
                <a:solidFill>
                  <a:srgbClr val="FFFFFF"/>
                </a:solidFill>
                <a:latin typeface="Arial"/>
                <a:ea typeface="Arial"/>
                <a:cs typeface="Arial"/>
              </a:defRPr>
            </a:lvl3pPr>
            <a:lvl4pPr algn="l">
              <a:defRPr sz="2850" b="1">
                <a:solidFill>
                  <a:srgbClr val="FFFFFF"/>
                </a:solidFill>
                <a:latin typeface="Arial"/>
                <a:ea typeface="Arial"/>
                <a:cs typeface="Arial"/>
              </a:defRPr>
            </a:lvl4pPr>
            <a:lvl5pPr algn="l">
              <a:defRPr sz="2850" b="1">
                <a:solidFill>
                  <a:srgbClr val="FFFFFF"/>
                </a:solidFill>
                <a:latin typeface="Arial"/>
                <a:ea typeface="Arial"/>
                <a:cs typeface="Arial"/>
              </a:defRPr>
            </a:lvl5pPr>
            <a:lvl6pPr algn="l">
              <a:defRPr sz="2850" b="1">
                <a:solidFill>
                  <a:srgbClr val="FFFFFF"/>
                </a:solidFill>
                <a:latin typeface="Arial"/>
                <a:ea typeface="Arial"/>
                <a:cs typeface="Arial"/>
              </a:defRPr>
            </a:lvl6pPr>
            <a:lvl7pPr algn="l">
              <a:defRPr sz="2850" b="1">
                <a:solidFill>
                  <a:srgbClr val="FFFFFF"/>
                </a:solidFill>
                <a:latin typeface="Arial"/>
                <a:ea typeface="Arial"/>
                <a:cs typeface="Arial"/>
              </a:defRPr>
            </a:lvl7pPr>
            <a:lvl8pPr algn="l">
              <a:defRPr sz="2850" b="1">
                <a:solidFill>
                  <a:srgbClr val="FFFFFF"/>
                </a:solidFill>
                <a:latin typeface="Arial"/>
                <a:ea typeface="Arial"/>
                <a:cs typeface="Arial"/>
              </a:defRPr>
            </a:lvl8pPr>
            <a:lvl9pPr algn="l">
              <a:defRPr sz="2850" b="1">
                <a:solidFill>
                  <a:srgbClr val="FFFFFF"/>
                </a:solidFill>
                <a:latin typeface="Arial"/>
                <a:ea typeface="Arial"/>
                <a:cs typeface="Arial"/>
              </a:defRPr>
            </a:lvl9pPr>
          </a:lstStyle>
          <a:p xmlns:a="http://schemas.openxmlformats.org/drawingml/2006/main">
            <a:pPr algn="l">
              <a:buNone/>
              <a:defRPr sz="2850" b="1">
                <a:solidFill>
                  <a:srgbClr val="FFFFFF"/>
                </a:solidFill>
                <a:latin typeface="Arial"/>
                <a:ea typeface="Arial"/>
                <a:cs typeface="Arial"/>
              </a:defRPr>
            </a:pPr>
            <a:r>
              <a:rPr sz="2850" b="1">
                <a:solidFill>
                  <a:srgbClr val="FFFFFF"/>
                </a:solidFill>
                <a:latin typeface="Arial"/>
                <a:ea typeface="Arial"/>
                <a:cs typeface="Arial"/>
              </a:rPr>
              <a:t>Burndown conciliado con la bitácora</a:t>
            </a:r>
          </a:p>
        </p:txBody>
      </p:sp>
      <p:sp>
        <p:nvSpPr>
          <p:cNvPr id="3" name="GESTIÓN SIMULADA · SERIES DEL REPORTE">
            <a:extLst xmlns:a="http://schemas.openxmlformats.org/drawingml/2006/main">
              <a:ext uri="{FF2B5EF4-FFF2-40B4-BE49-F238E27FC236}">
                <a16:creationId xmlns:a16="http://schemas.microsoft.com/office/drawing/2014/main" id="{54895728-545E-411F-A803-3E1C38AC775C}"/>
              </a:ext>
            </a:extLst>
          </p:cNvPr>
          <p:cNvSpPr>
            <a:spLocks xmlns:a="http://schemas.openxmlformats.org/drawingml/2006/main" noGrp="1"/>
          </p:cNvSpPr>
          <p:nvPr/>
        </p:nvSpPr>
        <p:spPr>
          <a:xfrm xmlns:a="http://schemas.openxmlformats.org/drawingml/2006/main">
            <a:off x="457200" y="1200150"/>
            <a:ext cx="11191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125" b="1">
                <a:solidFill>
                  <a:srgbClr val="55707D"/>
                </a:solidFill>
                <a:latin typeface="Arial"/>
                <a:ea typeface="Arial"/>
                <a:cs typeface="Arial"/>
              </a:defRPr>
            </a:defPPr>
            <a:lvl1pPr algn="l">
              <a:defRPr sz="1125" b="1">
                <a:solidFill>
                  <a:srgbClr val="55707D"/>
                </a:solidFill>
                <a:latin typeface="Arial"/>
                <a:ea typeface="Arial"/>
                <a:cs typeface="Arial"/>
              </a:defRPr>
            </a:lvl1pPr>
            <a:lvl2pPr algn="l">
              <a:defRPr sz="1125" b="1">
                <a:solidFill>
                  <a:srgbClr val="55707D"/>
                </a:solidFill>
                <a:latin typeface="Arial"/>
                <a:ea typeface="Arial"/>
                <a:cs typeface="Arial"/>
              </a:defRPr>
            </a:lvl2pPr>
            <a:lvl3pPr algn="l">
              <a:defRPr sz="1125" b="1">
                <a:solidFill>
                  <a:srgbClr val="55707D"/>
                </a:solidFill>
                <a:latin typeface="Arial"/>
                <a:ea typeface="Arial"/>
                <a:cs typeface="Arial"/>
              </a:defRPr>
            </a:lvl3pPr>
            <a:lvl4pPr algn="l">
              <a:defRPr sz="1125" b="1">
                <a:solidFill>
                  <a:srgbClr val="55707D"/>
                </a:solidFill>
                <a:latin typeface="Arial"/>
                <a:ea typeface="Arial"/>
                <a:cs typeface="Arial"/>
              </a:defRPr>
            </a:lvl4pPr>
            <a:lvl5pPr algn="l">
              <a:defRPr sz="1125" b="1">
                <a:solidFill>
                  <a:srgbClr val="55707D"/>
                </a:solidFill>
                <a:latin typeface="Arial"/>
                <a:ea typeface="Arial"/>
                <a:cs typeface="Arial"/>
              </a:defRPr>
            </a:lvl5pPr>
            <a:lvl6pPr algn="l">
              <a:defRPr sz="1125" b="1">
                <a:solidFill>
                  <a:srgbClr val="55707D"/>
                </a:solidFill>
                <a:latin typeface="Arial"/>
                <a:ea typeface="Arial"/>
                <a:cs typeface="Arial"/>
              </a:defRPr>
            </a:lvl6pPr>
            <a:lvl7pPr algn="l">
              <a:defRPr sz="1125" b="1">
                <a:solidFill>
                  <a:srgbClr val="55707D"/>
                </a:solidFill>
                <a:latin typeface="Arial"/>
                <a:ea typeface="Arial"/>
                <a:cs typeface="Arial"/>
              </a:defRPr>
            </a:lvl7pPr>
            <a:lvl8pPr algn="l">
              <a:defRPr sz="1125" b="1">
                <a:solidFill>
                  <a:srgbClr val="55707D"/>
                </a:solidFill>
                <a:latin typeface="Arial"/>
                <a:ea typeface="Arial"/>
                <a:cs typeface="Arial"/>
              </a:defRPr>
            </a:lvl8pPr>
            <a:lvl9pPr algn="l">
              <a:defRPr sz="1125" b="1">
                <a:solidFill>
                  <a:srgbClr val="55707D"/>
                </a:solidFill>
                <a:latin typeface="Arial"/>
                <a:ea typeface="Arial"/>
                <a:cs typeface="Arial"/>
              </a:defRPr>
            </a:lvl9pPr>
          </a:lstStyle>
          <a:p xmlns:a="http://schemas.openxmlformats.org/drawingml/2006/main">
            <a:pPr algn="l">
              <a:buNone/>
              <a:defRPr sz="1125" b="1">
                <a:solidFill>
                  <a:srgbClr val="55707D"/>
                </a:solidFill>
                <a:latin typeface="Arial"/>
                <a:ea typeface="Arial"/>
                <a:cs typeface="Arial"/>
              </a:defRPr>
            </a:pPr>
            <a:r>
              <a:rPr sz="1125" b="1">
                <a:solidFill>
                  <a:srgbClr val="55707D"/>
                </a:solidFill>
                <a:latin typeface="Arial"/>
                <a:ea typeface="Arial"/>
                <a:cs typeface="Arial"/>
              </a:rPr>
              <a:t>GESTIÓN SIMULADA · RECONSTRUCCIÓN POR DÍA DE CIERRE</a:t>
            </a:r>
          </a:p>
        </p:txBody>
      </p:sp>
      <p:sp>
        <p:nvSpPr>
          <p:cNvPr id="4" name="">
            <a:extLst xmlns:a="http://schemas.openxmlformats.org/drawingml/2006/main">
              <a:ext uri="{FF2B5EF4-FFF2-40B4-BE49-F238E27FC236}">
                <a16:creationId xmlns:a16="http://schemas.microsoft.com/office/drawing/2014/main" id="{671DD3EE-9E6C-41CE-8C26-4369CE31752B}"/>
              </a:ext>
            </a:extLst>
          </p:cNvPr>
          <p:cNvSpPr>
            <a:spLocks xmlns:a="http://schemas.openxmlformats.org/drawingml/2006/main" noGrp="1"/>
          </p:cNvSpPr>
          <p:nvPr/>
        </p:nvSpPr>
        <p:spPr>
          <a:xfrm xmlns:a="http://schemas.openxmlformats.org/drawingml/2006/main">
            <a:off x="0" y="6543675"/>
            <a:ext cx="12192000" cy="314325"/>
          </a:xfrm>
          <a:prstGeom xmlns:a="http://schemas.openxmlformats.org/drawingml/2006/main" prst="rect">
            <a:avLst/>
          </a:prstGeom>
          <a:solidFill xmlns:a="http://schemas.openxmlformats.org/drawingml/2006/main">
            <a:srgbClr val="104D70"/>
          </a:solidFill>
          <a:ln xmlns:a="http://schemas.openxmlformats.org/drawingml/2006/main" w="0">
            <a:noFill/>
          </a:ln>
        </p:spPr>
      </p:sp>
      <p:sp>
        <p:nvSpPr>
          <p:cNvPr id="5" name="DataForge Consulting · FinBank">
            <a:extLst xmlns:a="http://schemas.openxmlformats.org/drawingml/2006/main">
              <a:ext uri="{FF2B5EF4-FFF2-40B4-BE49-F238E27FC236}">
                <a16:creationId xmlns:a16="http://schemas.microsoft.com/office/drawing/2014/main" id="{C8A6F132-6F60-4F2B-847D-8634B71DA8E2}"/>
              </a:ext>
            </a:extLst>
          </p:cNvPr>
          <p:cNvSpPr>
            <a:spLocks xmlns:a="http://schemas.openxmlformats.org/drawingml/2006/main" noGrp="1"/>
          </p:cNvSpPr>
          <p:nvPr/>
        </p:nvSpPr>
        <p:spPr>
          <a:xfrm xmlns:a="http://schemas.openxmlformats.org/drawingml/2006/main">
            <a:off x="457200" y="6619875"/>
            <a:ext cx="5429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050" b="0">
                <a:solidFill>
                  <a:srgbClr val="FFFFFF"/>
                </a:solidFill>
                <a:latin typeface="Arial"/>
                <a:ea typeface="Arial"/>
                <a:cs typeface="Arial"/>
              </a:defRPr>
            </a:defPPr>
            <a:lvl1pPr algn="l">
              <a:defRPr sz="1050" b="0">
                <a:solidFill>
                  <a:srgbClr val="FFFFFF"/>
                </a:solidFill>
                <a:latin typeface="Arial"/>
                <a:ea typeface="Arial"/>
                <a:cs typeface="Arial"/>
              </a:defRPr>
            </a:lvl1pPr>
            <a:lvl2pPr algn="l">
              <a:defRPr sz="1050" b="0">
                <a:solidFill>
                  <a:srgbClr val="FFFFFF"/>
                </a:solidFill>
                <a:latin typeface="Arial"/>
                <a:ea typeface="Arial"/>
                <a:cs typeface="Arial"/>
              </a:defRPr>
            </a:lvl2pPr>
            <a:lvl3pPr algn="l">
              <a:defRPr sz="1050" b="0">
                <a:solidFill>
                  <a:srgbClr val="FFFFFF"/>
                </a:solidFill>
                <a:latin typeface="Arial"/>
                <a:ea typeface="Arial"/>
                <a:cs typeface="Arial"/>
              </a:defRPr>
            </a:lvl3pPr>
            <a:lvl4pPr algn="l">
              <a:defRPr sz="1050" b="0">
                <a:solidFill>
                  <a:srgbClr val="FFFFFF"/>
                </a:solidFill>
                <a:latin typeface="Arial"/>
                <a:ea typeface="Arial"/>
                <a:cs typeface="Arial"/>
              </a:defRPr>
            </a:lvl4pPr>
            <a:lvl5pPr algn="l">
              <a:defRPr sz="1050" b="0">
                <a:solidFill>
                  <a:srgbClr val="FFFFFF"/>
                </a:solidFill>
                <a:latin typeface="Arial"/>
                <a:ea typeface="Arial"/>
                <a:cs typeface="Arial"/>
              </a:defRPr>
            </a:lvl5pPr>
            <a:lvl6pPr algn="l">
              <a:defRPr sz="1050" b="0">
                <a:solidFill>
                  <a:srgbClr val="FFFFFF"/>
                </a:solidFill>
                <a:latin typeface="Arial"/>
                <a:ea typeface="Arial"/>
                <a:cs typeface="Arial"/>
              </a:defRPr>
            </a:lvl6pPr>
            <a:lvl7pPr algn="l">
              <a:defRPr sz="1050" b="0">
                <a:solidFill>
                  <a:srgbClr val="FFFFFF"/>
                </a:solidFill>
                <a:latin typeface="Arial"/>
                <a:ea typeface="Arial"/>
                <a:cs typeface="Arial"/>
              </a:defRPr>
            </a:lvl7pPr>
            <a:lvl8pPr algn="l">
              <a:defRPr sz="1050" b="0">
                <a:solidFill>
                  <a:srgbClr val="FFFFFF"/>
                </a:solidFill>
                <a:latin typeface="Arial"/>
                <a:ea typeface="Arial"/>
                <a:cs typeface="Arial"/>
              </a:defRPr>
            </a:lvl8pPr>
            <a:lvl9pPr algn="l">
              <a:defRPr sz="1050" b="0">
                <a:solidFill>
                  <a:srgbClr val="FFFFFF"/>
                </a:solidFill>
                <a:latin typeface="Arial"/>
                <a:ea typeface="Arial"/>
                <a:cs typeface="Arial"/>
              </a:defRPr>
            </a:lvl9pPr>
          </a:lstStyle>
          <a:p xmlns:a="http://schemas.openxmlformats.org/drawingml/2006/main">
            <a:pPr algn="l">
              <a:buNone/>
              <a:defRPr sz="1050" b="0">
                <a:solidFill>
                  <a:srgbClr val="FFFFFF"/>
                </a:solidFill>
                <a:latin typeface="Arial"/>
                <a:ea typeface="Arial"/>
                <a:cs typeface="Arial"/>
              </a:defRPr>
            </a:pPr>
            <a:r>
              <a:rPr sz="1050" b="0">
                <a:solidFill>
                  <a:srgbClr val="FFFFFF"/>
                </a:solidFill>
                <a:latin typeface="Arial"/>
                <a:ea typeface="Arial"/>
                <a:cs typeface="Arial"/>
              </a:rPr>
              <a:t>DataForge Consulting · FinBank</a:t>
            </a:r>
          </a:p>
        </p:txBody>
      </p:sp>
      <p:sp>
        <p:nvSpPr>
          <p:cNvPr id="6" name="Oscar Merino  |  10">
            <a:extLst xmlns:a="http://schemas.openxmlformats.org/drawingml/2006/main">
              <a:ext uri="{FF2B5EF4-FFF2-40B4-BE49-F238E27FC236}">
                <a16:creationId xmlns:a16="http://schemas.microsoft.com/office/drawing/2014/main" id="{11473554-0DEF-4694-936E-688BF2D6C0D9}"/>
              </a:ext>
            </a:extLst>
          </p:cNvPr>
          <p:cNvSpPr>
            <a:spLocks xmlns:a="http://schemas.openxmlformats.org/drawingml/2006/main" noGrp="1"/>
          </p:cNvSpPr>
          <p:nvPr/>
        </p:nvSpPr>
        <p:spPr>
          <a:xfrm xmlns:a="http://schemas.openxmlformats.org/drawingml/2006/main">
            <a:off x="7048500" y="6619875"/>
            <a:ext cx="466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r">
              <a:defRPr sz="1050" b="0">
                <a:solidFill>
                  <a:srgbClr val="FFFFFF"/>
                </a:solidFill>
                <a:latin typeface="Arial"/>
                <a:ea typeface="Arial"/>
                <a:cs typeface="Arial"/>
              </a:defRPr>
            </a:defPPr>
            <a:lvl1pPr algn="r">
              <a:defRPr sz="1050" b="0">
                <a:solidFill>
                  <a:srgbClr val="FFFFFF"/>
                </a:solidFill>
                <a:latin typeface="Arial"/>
                <a:ea typeface="Arial"/>
                <a:cs typeface="Arial"/>
              </a:defRPr>
            </a:lvl1pPr>
            <a:lvl2pPr algn="r">
              <a:defRPr sz="1050" b="0">
                <a:solidFill>
                  <a:srgbClr val="FFFFFF"/>
                </a:solidFill>
                <a:latin typeface="Arial"/>
                <a:ea typeface="Arial"/>
                <a:cs typeface="Arial"/>
              </a:defRPr>
            </a:lvl2pPr>
            <a:lvl3pPr algn="r">
              <a:defRPr sz="1050" b="0">
                <a:solidFill>
                  <a:srgbClr val="FFFFFF"/>
                </a:solidFill>
                <a:latin typeface="Arial"/>
                <a:ea typeface="Arial"/>
                <a:cs typeface="Arial"/>
              </a:defRPr>
            </a:lvl3pPr>
            <a:lvl4pPr algn="r">
              <a:defRPr sz="1050" b="0">
                <a:solidFill>
                  <a:srgbClr val="FFFFFF"/>
                </a:solidFill>
                <a:latin typeface="Arial"/>
                <a:ea typeface="Arial"/>
                <a:cs typeface="Arial"/>
              </a:defRPr>
            </a:lvl4pPr>
            <a:lvl5pPr algn="r">
              <a:defRPr sz="1050" b="0">
                <a:solidFill>
                  <a:srgbClr val="FFFFFF"/>
                </a:solidFill>
                <a:latin typeface="Arial"/>
                <a:ea typeface="Arial"/>
                <a:cs typeface="Arial"/>
              </a:defRPr>
            </a:lvl5pPr>
            <a:lvl6pPr algn="r">
              <a:defRPr sz="1050" b="0">
                <a:solidFill>
                  <a:srgbClr val="FFFFFF"/>
                </a:solidFill>
                <a:latin typeface="Arial"/>
                <a:ea typeface="Arial"/>
                <a:cs typeface="Arial"/>
              </a:defRPr>
            </a:lvl6pPr>
            <a:lvl7pPr algn="r">
              <a:defRPr sz="1050" b="0">
                <a:solidFill>
                  <a:srgbClr val="FFFFFF"/>
                </a:solidFill>
                <a:latin typeface="Arial"/>
                <a:ea typeface="Arial"/>
                <a:cs typeface="Arial"/>
              </a:defRPr>
            </a:lvl7pPr>
            <a:lvl8pPr algn="r">
              <a:defRPr sz="1050" b="0">
                <a:solidFill>
                  <a:srgbClr val="FFFFFF"/>
                </a:solidFill>
                <a:latin typeface="Arial"/>
                <a:ea typeface="Arial"/>
                <a:cs typeface="Arial"/>
              </a:defRPr>
            </a:lvl8pPr>
            <a:lvl9pPr algn="r">
              <a:defRPr sz="1050" b="0">
                <a:solidFill>
                  <a:srgbClr val="FFFFFF"/>
                </a:solidFill>
                <a:latin typeface="Arial"/>
                <a:ea typeface="Arial"/>
                <a:cs typeface="Arial"/>
              </a:defRPr>
            </a:lvl9pPr>
          </a:lstStyle>
          <a:p xmlns:a="http://schemas.openxmlformats.org/drawingml/2006/main">
            <a:pPr algn="r">
              <a:buNone/>
              <a:defRPr sz="1050" b="0">
                <a:solidFill>
                  <a:srgbClr val="FFFFFF"/>
                </a:solidFill>
                <a:latin typeface="Arial"/>
                <a:ea typeface="Arial"/>
                <a:cs typeface="Arial"/>
              </a:defRPr>
            </a:pPr>
            <a:r>
              <a:rPr sz="1050" b="0">
                <a:solidFill>
                  <a:srgbClr val="FFFFFF"/>
                </a:solidFill>
                <a:latin typeface="Arial"/>
                <a:ea typeface="Arial"/>
                <a:cs typeface="Arial"/>
              </a:rPr>
              <a:t>Oscar Merino  |  10</a:t>
            </a:r>
          </a:p>
        </p:txBody>
      </p:sp>
      <p:sp>
        <p:nvSpPr>
          <p:cNvPr id="7" name="Sprint 1">
            <a:extLst xmlns:a="http://schemas.openxmlformats.org/drawingml/2006/main">
              <a:ext uri="{FF2B5EF4-FFF2-40B4-BE49-F238E27FC236}">
                <a16:creationId xmlns:a16="http://schemas.microsoft.com/office/drawing/2014/main" id="{4B1829A8-D546-405C-835A-FAE2DE2E7BED}"/>
              </a:ext>
            </a:extLst>
          </p:cNvPr>
          <p:cNvSpPr>
            <a:spLocks xmlns:a="http://schemas.openxmlformats.org/drawingml/2006/main" noGrp="1"/>
          </p:cNvSpPr>
          <p:nvPr/>
        </p:nvSpPr>
        <p:spPr>
          <a:xfrm xmlns:a="http://schemas.openxmlformats.org/drawingml/2006/main">
            <a:off x="457200" y="17526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100" b="1">
                <a:solidFill>
                  <a:srgbClr val="104D70"/>
                </a:solidFill>
                <a:latin typeface="Arial"/>
                <a:ea typeface="Arial"/>
                <a:cs typeface="Arial"/>
              </a:defRPr>
            </a:defPPr>
            <a:lvl1pPr algn="l">
              <a:defRPr sz="2100" b="1">
                <a:solidFill>
                  <a:srgbClr val="104D70"/>
                </a:solidFill>
                <a:latin typeface="Arial"/>
                <a:ea typeface="Arial"/>
                <a:cs typeface="Arial"/>
              </a:defRPr>
            </a:lvl1pPr>
            <a:lvl2pPr algn="l">
              <a:defRPr sz="2100" b="1">
                <a:solidFill>
                  <a:srgbClr val="104D70"/>
                </a:solidFill>
                <a:latin typeface="Arial"/>
                <a:ea typeface="Arial"/>
                <a:cs typeface="Arial"/>
              </a:defRPr>
            </a:lvl2pPr>
            <a:lvl3pPr algn="l">
              <a:defRPr sz="2100" b="1">
                <a:solidFill>
                  <a:srgbClr val="104D70"/>
                </a:solidFill>
                <a:latin typeface="Arial"/>
                <a:ea typeface="Arial"/>
                <a:cs typeface="Arial"/>
              </a:defRPr>
            </a:lvl3pPr>
            <a:lvl4pPr algn="l">
              <a:defRPr sz="2100" b="1">
                <a:solidFill>
                  <a:srgbClr val="104D70"/>
                </a:solidFill>
                <a:latin typeface="Arial"/>
                <a:ea typeface="Arial"/>
                <a:cs typeface="Arial"/>
              </a:defRPr>
            </a:lvl4pPr>
            <a:lvl5pPr algn="l">
              <a:defRPr sz="2100" b="1">
                <a:solidFill>
                  <a:srgbClr val="104D70"/>
                </a:solidFill>
                <a:latin typeface="Arial"/>
                <a:ea typeface="Arial"/>
                <a:cs typeface="Arial"/>
              </a:defRPr>
            </a:lvl5pPr>
            <a:lvl6pPr algn="l">
              <a:defRPr sz="2100" b="1">
                <a:solidFill>
                  <a:srgbClr val="104D70"/>
                </a:solidFill>
                <a:latin typeface="Arial"/>
                <a:ea typeface="Arial"/>
                <a:cs typeface="Arial"/>
              </a:defRPr>
            </a:lvl6pPr>
            <a:lvl7pPr algn="l">
              <a:defRPr sz="2100" b="1">
                <a:solidFill>
                  <a:srgbClr val="104D70"/>
                </a:solidFill>
                <a:latin typeface="Arial"/>
                <a:ea typeface="Arial"/>
                <a:cs typeface="Arial"/>
              </a:defRPr>
            </a:lvl7pPr>
            <a:lvl8pPr algn="l">
              <a:defRPr sz="2100" b="1">
                <a:solidFill>
                  <a:srgbClr val="104D70"/>
                </a:solidFill>
                <a:latin typeface="Arial"/>
                <a:ea typeface="Arial"/>
                <a:cs typeface="Arial"/>
              </a:defRPr>
            </a:lvl8pPr>
            <a:lvl9pPr algn="l">
              <a:defRPr sz="2100" b="1">
                <a:solidFill>
                  <a:srgbClr val="104D70"/>
                </a:solidFill>
                <a:latin typeface="Arial"/>
                <a:ea typeface="Arial"/>
                <a:cs typeface="Arial"/>
              </a:defRPr>
            </a:lvl9pPr>
          </a:lstStyle>
          <a:p xmlns:a="http://schemas.openxmlformats.org/drawingml/2006/main">
            <a:pPr algn="l">
              <a:buNone/>
              <a:defRPr sz="2100" b="1">
                <a:solidFill>
                  <a:srgbClr val="104D70"/>
                </a:solidFill>
                <a:latin typeface="Arial"/>
                <a:ea typeface="Arial"/>
                <a:cs typeface="Arial"/>
              </a:defRPr>
            </a:pPr>
            <a:r>
              <a:rPr sz="2100" b="1">
                <a:solidFill>
                  <a:srgbClr val="104D70"/>
                </a:solidFill>
                <a:latin typeface="Arial"/>
                <a:ea typeface="Arial"/>
                <a:cs typeface="Arial"/>
              </a:rPr>
              <a:t>Sprint 1</a:t>
            </a:r>
          </a:p>
        </p:txBody>
      </p:sp>
      <p:graphicFrame>
        <p:nvGraphicFramePr>
          <p:cNvPr id="8" name="Chart">
            <a:extLst xmlns:a="http://schemas.openxmlformats.org/drawingml/2006/main">
              <a:ext uri="{FF2B5EF4-FFF2-40B4-BE49-F238E27FC236}">
                <a16:creationId xmlns:a16="http://schemas.microsoft.com/office/drawing/2014/main" id="{A97AF54B-23FA-456C-91D2-E1EDAD27EB1B}"/>
              </a:ext>
            </a:extLst>
          </p:cNvPr>
          <p:cNvGraphicFramePr/>
          <p:nvPr/>
        </p:nvGraphicFramePr>
        <p:xfrm>
          <a:off xmlns:a="http://schemas.openxmlformats.org/drawingml/2006/main" x="457200" y="2286000"/>
          <a:ext xmlns:a="http://schemas.openxmlformats.org/drawingml/2006/main" cx="5334000" cy="2857500"/>
        </p:xfrm>
        <a:graphic xmlns:a="http://schemas.openxmlformats.org/drawingml/2006/main">
          <a:graphicData uri="http://schemas.openxmlformats.org/drawingml/2006/chart">
            <c:chart xmlns:r="http://schemas.openxmlformats.org/officeDocument/2006/relationships" xmlns:c="http://schemas.openxmlformats.org/drawingml/2006/chart" r:id="R25255fe782b34ac4"/>
          </a:graphicData>
        </a:graphic>
      </p:graphicFrame>
      <p:sp>
        <p:nvSpPr>
          <p:cNvPr id="9" name="Sprint 2">
            <a:extLst xmlns:a="http://schemas.openxmlformats.org/drawingml/2006/main">
              <a:ext uri="{FF2B5EF4-FFF2-40B4-BE49-F238E27FC236}">
                <a16:creationId xmlns:a16="http://schemas.microsoft.com/office/drawing/2014/main" id="{F933FE1F-D4FE-4CD2-8BB9-83F34F15EB1B}"/>
              </a:ext>
            </a:extLst>
          </p:cNvPr>
          <p:cNvSpPr>
            <a:spLocks xmlns:a="http://schemas.openxmlformats.org/drawingml/2006/main" noGrp="1"/>
          </p:cNvSpPr>
          <p:nvPr/>
        </p:nvSpPr>
        <p:spPr>
          <a:xfrm xmlns:a="http://schemas.openxmlformats.org/drawingml/2006/main">
            <a:off x="6210300" y="17526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100" b="1">
                <a:solidFill>
                  <a:srgbClr val="104D70"/>
                </a:solidFill>
                <a:latin typeface="Arial"/>
                <a:ea typeface="Arial"/>
                <a:cs typeface="Arial"/>
              </a:defRPr>
            </a:defPPr>
            <a:lvl1pPr algn="l">
              <a:defRPr sz="2100" b="1">
                <a:solidFill>
                  <a:srgbClr val="104D70"/>
                </a:solidFill>
                <a:latin typeface="Arial"/>
                <a:ea typeface="Arial"/>
                <a:cs typeface="Arial"/>
              </a:defRPr>
            </a:lvl1pPr>
            <a:lvl2pPr algn="l">
              <a:defRPr sz="2100" b="1">
                <a:solidFill>
                  <a:srgbClr val="104D70"/>
                </a:solidFill>
                <a:latin typeface="Arial"/>
                <a:ea typeface="Arial"/>
                <a:cs typeface="Arial"/>
              </a:defRPr>
            </a:lvl2pPr>
            <a:lvl3pPr algn="l">
              <a:defRPr sz="2100" b="1">
                <a:solidFill>
                  <a:srgbClr val="104D70"/>
                </a:solidFill>
                <a:latin typeface="Arial"/>
                <a:ea typeface="Arial"/>
                <a:cs typeface="Arial"/>
              </a:defRPr>
            </a:lvl3pPr>
            <a:lvl4pPr algn="l">
              <a:defRPr sz="2100" b="1">
                <a:solidFill>
                  <a:srgbClr val="104D70"/>
                </a:solidFill>
                <a:latin typeface="Arial"/>
                <a:ea typeface="Arial"/>
                <a:cs typeface="Arial"/>
              </a:defRPr>
            </a:lvl4pPr>
            <a:lvl5pPr algn="l">
              <a:defRPr sz="2100" b="1">
                <a:solidFill>
                  <a:srgbClr val="104D70"/>
                </a:solidFill>
                <a:latin typeface="Arial"/>
                <a:ea typeface="Arial"/>
                <a:cs typeface="Arial"/>
              </a:defRPr>
            </a:lvl5pPr>
            <a:lvl6pPr algn="l">
              <a:defRPr sz="2100" b="1">
                <a:solidFill>
                  <a:srgbClr val="104D70"/>
                </a:solidFill>
                <a:latin typeface="Arial"/>
                <a:ea typeface="Arial"/>
                <a:cs typeface="Arial"/>
              </a:defRPr>
            </a:lvl6pPr>
            <a:lvl7pPr algn="l">
              <a:defRPr sz="2100" b="1">
                <a:solidFill>
                  <a:srgbClr val="104D70"/>
                </a:solidFill>
                <a:latin typeface="Arial"/>
                <a:ea typeface="Arial"/>
                <a:cs typeface="Arial"/>
              </a:defRPr>
            </a:lvl7pPr>
            <a:lvl8pPr algn="l">
              <a:defRPr sz="2100" b="1">
                <a:solidFill>
                  <a:srgbClr val="104D70"/>
                </a:solidFill>
                <a:latin typeface="Arial"/>
                <a:ea typeface="Arial"/>
                <a:cs typeface="Arial"/>
              </a:defRPr>
            </a:lvl8pPr>
            <a:lvl9pPr algn="l">
              <a:defRPr sz="2100" b="1">
                <a:solidFill>
                  <a:srgbClr val="104D70"/>
                </a:solidFill>
                <a:latin typeface="Arial"/>
                <a:ea typeface="Arial"/>
                <a:cs typeface="Arial"/>
              </a:defRPr>
            </a:lvl9pPr>
          </a:lstStyle>
          <a:p xmlns:a="http://schemas.openxmlformats.org/drawingml/2006/main">
            <a:pPr algn="l">
              <a:buNone/>
              <a:defRPr sz="2100" b="1">
                <a:solidFill>
                  <a:srgbClr val="104D70"/>
                </a:solidFill>
                <a:latin typeface="Arial"/>
                <a:ea typeface="Arial"/>
                <a:cs typeface="Arial"/>
              </a:defRPr>
            </a:pPr>
            <a:r>
              <a:rPr sz="2100" b="1">
                <a:solidFill>
                  <a:srgbClr val="104D70"/>
                </a:solidFill>
                <a:latin typeface="Arial"/>
                <a:ea typeface="Arial"/>
                <a:cs typeface="Arial"/>
              </a:rPr>
              <a:t>Sprint 2</a:t>
            </a:r>
          </a:p>
        </p:txBody>
      </p:sp>
      <p:graphicFrame>
        <p:nvGraphicFramePr>
          <p:cNvPr id="10" name="Chart">
            <a:extLst xmlns:a="http://schemas.openxmlformats.org/drawingml/2006/main">
              <a:ext uri="{FF2B5EF4-FFF2-40B4-BE49-F238E27FC236}">
                <a16:creationId xmlns:a16="http://schemas.microsoft.com/office/drawing/2014/main" id="{3C43997E-7134-4742-B9A5-E334CC9E5A9D}"/>
              </a:ext>
            </a:extLst>
          </p:cNvPr>
          <p:cNvGraphicFramePr/>
          <p:nvPr/>
        </p:nvGraphicFramePr>
        <p:xfrm>
          <a:off xmlns:a="http://schemas.openxmlformats.org/drawingml/2006/main" x="6210300" y="2286000"/>
          <a:ext xmlns:a="http://schemas.openxmlformats.org/drawingml/2006/main" cx="5334000" cy="2857500"/>
        </p:xfrm>
        <a:graphic xmlns:a="http://schemas.openxmlformats.org/drawingml/2006/main">
          <a:graphicData uri="http://schemas.openxmlformats.org/drawingml/2006/chart">
            <c:chart xmlns:r="http://schemas.openxmlformats.org/officeDocument/2006/relationships" xmlns:c="http://schemas.openxmlformats.org/drawingml/2006/chart" r:id="Re8d8610d6315440f"/>
          </a:graphicData>
        </a:graphic>
      </p:graphicFrame>
      <p:sp>
        <p:nvSpPr>
          <p:cNvPr id="11" name="S1 termina en 0">
            <a:extLst xmlns:a="http://schemas.openxmlformats.org/drawingml/2006/main">
              <a:ext uri="{FF2B5EF4-FFF2-40B4-BE49-F238E27FC236}">
                <a16:creationId xmlns:a16="http://schemas.microsoft.com/office/drawing/2014/main" id="{C1515CA6-ACB2-46E9-805F-16FD81E34AC3}"/>
              </a:ext>
            </a:extLst>
          </p:cNvPr>
          <p:cNvSpPr>
            <a:spLocks xmlns:a="http://schemas.openxmlformats.org/drawingml/2006/main" noGrp="1"/>
          </p:cNvSpPr>
          <p:nvPr/>
        </p:nvSpPr>
        <p:spPr>
          <a:xfrm xmlns:a="http://schemas.openxmlformats.org/drawingml/2006/main">
            <a:off x="457200" y="5448300"/>
            <a:ext cx="5334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250" b="1">
                <a:solidFill>
                  <a:srgbClr val="10998D"/>
                </a:solidFill>
                <a:latin typeface="Arial"/>
                <a:ea typeface="Arial"/>
                <a:cs typeface="Arial"/>
              </a:defRPr>
            </a:defPPr>
            <a:lvl1pPr algn="l">
              <a:defRPr sz="2250" b="1">
                <a:solidFill>
                  <a:srgbClr val="10998D"/>
                </a:solidFill>
                <a:latin typeface="Arial"/>
                <a:ea typeface="Arial"/>
                <a:cs typeface="Arial"/>
              </a:defRPr>
            </a:lvl1pPr>
            <a:lvl2pPr algn="l">
              <a:defRPr sz="2250" b="1">
                <a:solidFill>
                  <a:srgbClr val="10998D"/>
                </a:solidFill>
                <a:latin typeface="Arial"/>
                <a:ea typeface="Arial"/>
                <a:cs typeface="Arial"/>
              </a:defRPr>
            </a:lvl2pPr>
            <a:lvl3pPr algn="l">
              <a:defRPr sz="2250" b="1">
                <a:solidFill>
                  <a:srgbClr val="10998D"/>
                </a:solidFill>
                <a:latin typeface="Arial"/>
                <a:ea typeface="Arial"/>
                <a:cs typeface="Arial"/>
              </a:defRPr>
            </a:lvl3pPr>
            <a:lvl4pPr algn="l">
              <a:defRPr sz="2250" b="1">
                <a:solidFill>
                  <a:srgbClr val="10998D"/>
                </a:solidFill>
                <a:latin typeface="Arial"/>
                <a:ea typeface="Arial"/>
                <a:cs typeface="Arial"/>
              </a:defRPr>
            </a:lvl4pPr>
            <a:lvl5pPr algn="l">
              <a:defRPr sz="2250" b="1">
                <a:solidFill>
                  <a:srgbClr val="10998D"/>
                </a:solidFill>
                <a:latin typeface="Arial"/>
                <a:ea typeface="Arial"/>
                <a:cs typeface="Arial"/>
              </a:defRPr>
            </a:lvl5pPr>
            <a:lvl6pPr algn="l">
              <a:defRPr sz="2250" b="1">
                <a:solidFill>
                  <a:srgbClr val="10998D"/>
                </a:solidFill>
                <a:latin typeface="Arial"/>
                <a:ea typeface="Arial"/>
                <a:cs typeface="Arial"/>
              </a:defRPr>
            </a:lvl6pPr>
            <a:lvl7pPr algn="l">
              <a:defRPr sz="2250" b="1">
                <a:solidFill>
                  <a:srgbClr val="10998D"/>
                </a:solidFill>
                <a:latin typeface="Arial"/>
                <a:ea typeface="Arial"/>
                <a:cs typeface="Arial"/>
              </a:defRPr>
            </a:lvl7pPr>
            <a:lvl8pPr algn="l">
              <a:defRPr sz="2250" b="1">
                <a:solidFill>
                  <a:srgbClr val="10998D"/>
                </a:solidFill>
                <a:latin typeface="Arial"/>
                <a:ea typeface="Arial"/>
                <a:cs typeface="Arial"/>
              </a:defRPr>
            </a:lvl8pPr>
            <a:lvl9pPr algn="l">
              <a:defRPr sz="2250" b="1">
                <a:solidFill>
                  <a:srgbClr val="10998D"/>
                </a:solidFill>
                <a:latin typeface="Arial"/>
                <a:ea typeface="Arial"/>
                <a:cs typeface="Arial"/>
              </a:defRPr>
            </a:lvl9pPr>
          </a:lstStyle>
          <a:p xmlns:a="http://schemas.openxmlformats.org/drawingml/2006/main">
            <a:pPr algn="l">
              <a:buNone/>
              <a:defRPr sz="2250" b="1">
                <a:solidFill>
                  <a:srgbClr val="10998D"/>
                </a:solidFill>
                <a:latin typeface="Arial"/>
                <a:ea typeface="Arial"/>
                <a:cs typeface="Arial"/>
              </a:defRPr>
            </a:pPr>
            <a:r>
              <a:rPr sz="2250" b="1">
                <a:solidFill>
                  <a:srgbClr val="10998D"/>
                </a:solidFill>
                <a:latin typeface="Arial"/>
                <a:ea typeface="Arial"/>
                <a:cs typeface="Arial"/>
              </a:rPr>
              <a:t>S1 termina en 0</a:t>
            </a:r>
          </a:p>
        </p:txBody>
      </p:sp>
      <p:sp>
        <p:nvSpPr>
          <p:cNvPr id="12" name="S2 termina con 5 puntos de churn">
            <a:extLst xmlns:a="http://schemas.openxmlformats.org/drawingml/2006/main">
              <a:ext uri="{FF2B5EF4-FFF2-40B4-BE49-F238E27FC236}">
                <a16:creationId xmlns:a16="http://schemas.microsoft.com/office/drawing/2014/main" id="{9764A9F8-3D2D-4FFA-A376-958D07150B02}"/>
              </a:ext>
            </a:extLst>
          </p:cNvPr>
          <p:cNvSpPr>
            <a:spLocks xmlns:a="http://schemas.openxmlformats.org/drawingml/2006/main" noGrp="1"/>
          </p:cNvSpPr>
          <p:nvPr/>
        </p:nvSpPr>
        <p:spPr>
          <a:xfrm xmlns:a="http://schemas.openxmlformats.org/drawingml/2006/main">
            <a:off x="6210300" y="5448300"/>
            <a:ext cx="5334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250" b="1">
                <a:solidFill>
                  <a:srgbClr val="C41446"/>
                </a:solidFill>
                <a:latin typeface="Arial"/>
                <a:ea typeface="Arial"/>
                <a:cs typeface="Arial"/>
              </a:defRPr>
            </a:defPPr>
            <a:lvl1pPr algn="l">
              <a:defRPr sz="2250" b="1">
                <a:solidFill>
                  <a:srgbClr val="C41446"/>
                </a:solidFill>
                <a:latin typeface="Arial"/>
                <a:ea typeface="Arial"/>
                <a:cs typeface="Arial"/>
              </a:defRPr>
            </a:lvl1pPr>
            <a:lvl2pPr algn="l">
              <a:defRPr sz="2250" b="1">
                <a:solidFill>
                  <a:srgbClr val="C41446"/>
                </a:solidFill>
                <a:latin typeface="Arial"/>
                <a:ea typeface="Arial"/>
                <a:cs typeface="Arial"/>
              </a:defRPr>
            </a:lvl2pPr>
            <a:lvl3pPr algn="l">
              <a:defRPr sz="2250" b="1">
                <a:solidFill>
                  <a:srgbClr val="C41446"/>
                </a:solidFill>
                <a:latin typeface="Arial"/>
                <a:ea typeface="Arial"/>
                <a:cs typeface="Arial"/>
              </a:defRPr>
            </a:lvl3pPr>
            <a:lvl4pPr algn="l">
              <a:defRPr sz="2250" b="1">
                <a:solidFill>
                  <a:srgbClr val="C41446"/>
                </a:solidFill>
                <a:latin typeface="Arial"/>
                <a:ea typeface="Arial"/>
                <a:cs typeface="Arial"/>
              </a:defRPr>
            </a:lvl4pPr>
            <a:lvl5pPr algn="l">
              <a:defRPr sz="2250" b="1">
                <a:solidFill>
                  <a:srgbClr val="C41446"/>
                </a:solidFill>
                <a:latin typeface="Arial"/>
                <a:ea typeface="Arial"/>
                <a:cs typeface="Arial"/>
              </a:defRPr>
            </a:lvl5pPr>
            <a:lvl6pPr algn="l">
              <a:defRPr sz="2250" b="1">
                <a:solidFill>
                  <a:srgbClr val="C41446"/>
                </a:solidFill>
                <a:latin typeface="Arial"/>
                <a:ea typeface="Arial"/>
                <a:cs typeface="Arial"/>
              </a:defRPr>
            </a:lvl6pPr>
            <a:lvl7pPr algn="l">
              <a:defRPr sz="2250" b="1">
                <a:solidFill>
                  <a:srgbClr val="C41446"/>
                </a:solidFill>
                <a:latin typeface="Arial"/>
                <a:ea typeface="Arial"/>
                <a:cs typeface="Arial"/>
              </a:defRPr>
            </a:lvl7pPr>
            <a:lvl8pPr algn="l">
              <a:defRPr sz="2250" b="1">
                <a:solidFill>
                  <a:srgbClr val="C41446"/>
                </a:solidFill>
                <a:latin typeface="Arial"/>
                <a:ea typeface="Arial"/>
                <a:cs typeface="Arial"/>
              </a:defRPr>
            </a:lvl8pPr>
            <a:lvl9pPr algn="l">
              <a:defRPr sz="2250" b="1">
                <a:solidFill>
                  <a:srgbClr val="C41446"/>
                </a:solidFill>
                <a:latin typeface="Arial"/>
                <a:ea typeface="Arial"/>
                <a:cs typeface="Arial"/>
              </a:defRPr>
            </a:lvl9pPr>
          </a:lstStyle>
          <a:p xmlns:a="http://schemas.openxmlformats.org/drawingml/2006/main">
            <a:pPr algn="l">
              <a:buNone/>
              <a:defRPr sz="2250" b="1">
                <a:solidFill>
                  <a:srgbClr val="C41446"/>
                </a:solidFill>
                <a:latin typeface="Arial"/>
                <a:ea typeface="Arial"/>
                <a:cs typeface="Arial"/>
              </a:defRPr>
            </a:pPr>
            <a:r>
              <a:rPr sz="2250" b="1">
                <a:solidFill>
                  <a:srgbClr val="C41446"/>
                </a:solidFill>
                <a:latin typeface="Arial"/>
                <a:ea typeface="Arial"/>
                <a:cs typeface="Arial"/>
              </a:rPr>
              <a:t>S2 termina con 5 puntos de churn</a:t>
            </a:r>
          </a:p>
        </p:txBody>
      </p:sp>
      <p:sp>
        <p:nvSpPr>
          <p:cNvPr id="13" name="Curvas reportadas, no extraídas de GitHub. Su">
            <a:extLst xmlns:a="http://schemas.openxmlformats.org/drawingml/2006/main">
              <a:ext uri="{FF2B5EF4-FFF2-40B4-BE49-F238E27FC236}">
                <a16:creationId xmlns:a16="http://schemas.microsoft.com/office/drawing/2014/main" id="{1371A447-D706-4F50-B26E-09EC111EAD0D}"/>
              </a:ext>
            </a:extLst>
          </p:cNvPr>
          <p:cNvSpPr>
            <a:spLocks xmlns:a="http://schemas.openxmlformats.org/drawingml/2006/main" noGrp="1"/>
          </p:cNvSpPr>
          <p:nvPr/>
        </p:nvSpPr>
        <p:spPr>
          <a:xfrm xmlns:a="http://schemas.openxmlformats.org/drawingml/2006/main">
            <a:off x="457200" y="6191250"/>
            <a:ext cx="11277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125" b="0">
                <a:solidFill>
                  <a:srgbClr val="55707D"/>
                </a:solidFill>
                <a:latin typeface="Arial"/>
                <a:ea typeface="Arial"/>
                <a:cs typeface="Arial"/>
              </a:defRPr>
            </a:defPPr>
            <a:lvl1pPr algn="l">
              <a:defRPr sz="1125" b="0">
                <a:solidFill>
                  <a:srgbClr val="55707D"/>
                </a:solidFill>
                <a:latin typeface="Arial"/>
                <a:ea typeface="Arial"/>
                <a:cs typeface="Arial"/>
              </a:defRPr>
            </a:lvl1pPr>
            <a:lvl2pPr algn="l">
              <a:defRPr sz="1125" b="0">
                <a:solidFill>
                  <a:srgbClr val="55707D"/>
                </a:solidFill>
                <a:latin typeface="Arial"/>
                <a:ea typeface="Arial"/>
                <a:cs typeface="Arial"/>
              </a:defRPr>
            </a:lvl2pPr>
            <a:lvl3pPr algn="l">
              <a:defRPr sz="1125" b="0">
                <a:solidFill>
                  <a:srgbClr val="55707D"/>
                </a:solidFill>
                <a:latin typeface="Arial"/>
                <a:ea typeface="Arial"/>
                <a:cs typeface="Arial"/>
              </a:defRPr>
            </a:lvl3pPr>
            <a:lvl4pPr algn="l">
              <a:defRPr sz="1125" b="0">
                <a:solidFill>
                  <a:srgbClr val="55707D"/>
                </a:solidFill>
                <a:latin typeface="Arial"/>
                <a:ea typeface="Arial"/>
                <a:cs typeface="Arial"/>
              </a:defRPr>
            </a:lvl4pPr>
            <a:lvl5pPr algn="l">
              <a:defRPr sz="1125" b="0">
                <a:solidFill>
                  <a:srgbClr val="55707D"/>
                </a:solidFill>
                <a:latin typeface="Arial"/>
                <a:ea typeface="Arial"/>
                <a:cs typeface="Arial"/>
              </a:defRPr>
            </a:lvl5pPr>
            <a:lvl6pPr algn="l">
              <a:defRPr sz="1125" b="0">
                <a:solidFill>
                  <a:srgbClr val="55707D"/>
                </a:solidFill>
                <a:latin typeface="Arial"/>
                <a:ea typeface="Arial"/>
                <a:cs typeface="Arial"/>
              </a:defRPr>
            </a:lvl6pPr>
            <a:lvl7pPr algn="l">
              <a:defRPr sz="1125" b="0">
                <a:solidFill>
                  <a:srgbClr val="55707D"/>
                </a:solidFill>
                <a:latin typeface="Arial"/>
                <a:ea typeface="Arial"/>
                <a:cs typeface="Arial"/>
              </a:defRPr>
            </a:lvl7pPr>
            <a:lvl8pPr algn="l">
              <a:defRPr sz="1125" b="0">
                <a:solidFill>
                  <a:srgbClr val="55707D"/>
                </a:solidFill>
                <a:latin typeface="Arial"/>
                <a:ea typeface="Arial"/>
                <a:cs typeface="Arial"/>
              </a:defRPr>
            </a:lvl8pPr>
            <a:lvl9pPr algn="l">
              <a:defRPr sz="1125" b="0">
                <a:solidFill>
                  <a:srgbClr val="55707D"/>
                </a:solidFill>
                <a:latin typeface="Arial"/>
                <a:ea typeface="Arial"/>
                <a:cs typeface="Arial"/>
              </a:defRPr>
            </a:lvl9pPr>
          </a:lstStyle>
          <a:p xmlns:a="http://schemas.openxmlformats.org/drawingml/2006/main">
            <a:pPr algn="l">
              <a:buNone/>
              <a:defRPr sz="1125" b="0">
                <a:solidFill>
                  <a:srgbClr val="55707D"/>
                </a:solidFill>
                <a:latin typeface="Arial"/>
                <a:ea typeface="Arial"/>
                <a:cs typeface="Arial"/>
              </a:defRPr>
            </a:pPr>
            <a:r>
              <a:rPr sz="1125" b="0">
                <a:solidFill>
                  <a:srgbClr val="55707D"/>
                </a:solidFill>
                <a:latin typeface="Arial"/>
                <a:ea typeface="Arial"/>
                <a:cs typeface="Arial"/>
              </a:rPr>
              <a:t>Reconstrucción del caso: cierres S2 en D3, D5, D8 y D10. Serie y método disponibles en el repositorio.</a:t>
            </a:r>
          </a:p>
        </p:txBody>
      </p:sp>
    </p:spTree>
    <p:extLst>
      <p:ext uri="{BB962C8B-B14F-4D97-AF65-F5344CB8AC3E}">
        <p14:creationId xmlns:p14="http://schemas.microsoft.com/office/powerpoint/2010/main" val="1938147814"/>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7" name="">
            <a:extLst xmlns:a="http://schemas.openxmlformats.org/drawingml/2006/main">
              <a:ext uri="{FF2B5EF4-FFF2-40B4-BE49-F238E27FC236}">
                <a16:creationId xmlns:a16="http://schemas.microsoft.com/office/drawing/2014/main" id="{3B928553-CDF6-4EC2-83A1-CD179A0C1774}"/>
              </a:ext>
            </a:extLst>
          </p:cNvPr>
          <p:cNvCxnSpPr>
            <a:stCxn xmlns:a="http://schemas.openxmlformats.org/drawingml/2006/main" id="11" idx="3"/>
            <a:endCxn xmlns:a="http://schemas.openxmlformats.org/drawingml/2006/main" id="13" idx="1"/>
          </p:cNvCxnSpPr>
          <p:nvPr/>
        </p:nvCxnSpPr>
        <p:spPr>
          <a:xfrm xmlns:a="http://schemas.openxmlformats.org/drawingml/2006/main">
            <a:off x="8620125" y="2928938"/>
            <a:ext cx="466725" cy="0"/>
          </a:xfrm>
          <a:prstGeom xmlns:a="http://schemas.openxmlformats.org/drawingml/2006/main" prst="straightConnector1">
            <a:avLst/>
          </a:prstGeom>
          <a:ln xmlns:a="http://schemas.openxmlformats.org/drawingml/2006/main" w="28575">
            <a:solidFill>
              <a:srgbClr val="0088C3"/>
            </a:solidFill>
            <a:tailEnd type="triangle" w="med" len="med"/>
          </a:ln>
        </p:spPr>
      </p:cxnSp>
      <p:cxnSp>
        <p:nvCxnSpPr>
          <p:cNvPr id="16" name="">
            <a:extLst xmlns:a="http://schemas.openxmlformats.org/drawingml/2006/main">
              <a:ext uri="{FF2B5EF4-FFF2-40B4-BE49-F238E27FC236}">
                <a16:creationId xmlns:a16="http://schemas.microsoft.com/office/drawing/2014/main" id="{E5BD76E6-4E84-4FBA-831D-CE7A777A2C3B}"/>
              </a:ext>
            </a:extLst>
          </p:cNvPr>
          <p:cNvCxnSpPr>
            <a:stCxn xmlns:a="http://schemas.openxmlformats.org/drawingml/2006/main" id="9" idx="3"/>
            <a:endCxn xmlns:a="http://schemas.openxmlformats.org/drawingml/2006/main" id="11" idx="1"/>
          </p:cNvCxnSpPr>
          <p:nvPr/>
        </p:nvCxnSpPr>
        <p:spPr>
          <a:xfrm xmlns:a="http://schemas.openxmlformats.org/drawingml/2006/main">
            <a:off x="5743575" y="2928938"/>
            <a:ext cx="466725" cy="0"/>
          </a:xfrm>
          <a:prstGeom xmlns:a="http://schemas.openxmlformats.org/drawingml/2006/main" prst="straightConnector1">
            <a:avLst/>
          </a:prstGeom>
          <a:ln xmlns:a="http://schemas.openxmlformats.org/drawingml/2006/main" w="28575">
            <a:solidFill>
              <a:srgbClr val="0088C3"/>
            </a:solidFill>
            <a:tailEnd type="triangle" w="med" len="med"/>
          </a:ln>
        </p:spPr>
      </p:cxnSp>
      <p:cxnSp>
        <p:nvCxnSpPr>
          <p:cNvPr id="15" name="">
            <a:extLst xmlns:a="http://schemas.openxmlformats.org/drawingml/2006/main">
              <a:ext uri="{FF2B5EF4-FFF2-40B4-BE49-F238E27FC236}">
                <a16:creationId xmlns:a16="http://schemas.microsoft.com/office/drawing/2014/main" id="{D00A6A82-0AD8-418A-81A1-9AE74D4499BA}"/>
              </a:ext>
            </a:extLst>
          </p:cNvPr>
          <p:cNvCxnSpPr>
            <a:stCxn xmlns:a="http://schemas.openxmlformats.org/drawingml/2006/main" id="7" idx="3"/>
            <a:endCxn xmlns:a="http://schemas.openxmlformats.org/drawingml/2006/main" id="9" idx="1"/>
          </p:cNvCxnSpPr>
          <p:nvPr/>
        </p:nvCxnSpPr>
        <p:spPr>
          <a:xfrm xmlns:a="http://schemas.openxmlformats.org/drawingml/2006/main">
            <a:off x="2867025" y="2928938"/>
            <a:ext cx="466725" cy="0"/>
          </a:xfrm>
          <a:prstGeom xmlns:a="http://schemas.openxmlformats.org/drawingml/2006/main" prst="straightConnector1">
            <a:avLst/>
          </a:prstGeom>
          <a:ln xmlns:a="http://schemas.openxmlformats.org/drawingml/2006/main" w="28575">
            <a:solidFill>
              <a:srgbClr val="0088C3"/>
            </a:solidFill>
            <a:tailEnd type="triangle" w="med" len="med"/>
          </a:ln>
        </p:spPr>
      </p:cxnSp>
      <p:sp>
        <p:nvSpPr>
          <p:cNvPr id="21" name="">
            <a:extLst xmlns:a="http://schemas.openxmlformats.org/drawingml/2006/main">
              <a:ext uri="{FF2B5EF4-FFF2-40B4-BE49-F238E27FC236}">
                <a16:creationId xmlns:a16="http://schemas.microsoft.com/office/drawing/2014/main" id="{1025B65D-A6B2-4DAF-9DC9-6752FEEA0442}"/>
              </a:ext>
            </a:extLst>
          </p:cNvPr>
          <p:cNvSpPr>
            <a:spLocks xmlns:a="http://schemas.openxmlformats.org/drawingml/2006/main" noGrp="1"/>
          </p:cNvSpPr>
          <p:nvPr/>
        </p:nvSpPr>
        <p:spPr>
          <a:xfrm xmlns:a="http://schemas.openxmlformats.org/drawingml/2006/main">
            <a:off x="0" y="0"/>
            <a:ext cx="12192000" cy="990600"/>
          </a:xfrm>
          <a:prstGeom xmlns:a="http://schemas.openxmlformats.org/drawingml/2006/main" prst="rect">
            <a:avLst/>
          </a:prstGeom>
          <a:solidFill xmlns:a="http://schemas.openxmlformats.org/drawingml/2006/main">
            <a:srgbClr val="104D70"/>
          </a:solidFill>
          <a:ln xmlns:a="http://schemas.openxmlformats.org/drawingml/2006/main" w="0">
            <a:noFill/>
          </a:ln>
        </p:spPr>
      </p:sp>
      <p:sp>
        <p:nvSpPr>
          <p:cNvPr id="2" name="El bloqueo se convierte en una decisión de al">
            <a:extLst xmlns:a="http://schemas.openxmlformats.org/drawingml/2006/main">
              <a:ext uri="{FF2B5EF4-FFF2-40B4-BE49-F238E27FC236}">
                <a16:creationId xmlns:a16="http://schemas.microsoft.com/office/drawing/2014/main" id="{2D2BF420-5546-4536-B058-845A46993554}"/>
              </a:ext>
            </a:extLst>
          </p:cNvPr>
          <p:cNvSpPr>
            <a:spLocks xmlns:a="http://schemas.openxmlformats.org/drawingml/2006/main" noGrp="1"/>
          </p:cNvSpPr>
          <p:nvPr/>
        </p:nvSpPr>
        <p:spPr>
          <a:xfrm xmlns:a="http://schemas.openxmlformats.org/drawingml/2006/main">
            <a:off x="457200" y="276225"/>
            <a:ext cx="11239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850" b="1">
                <a:solidFill>
                  <a:srgbClr val="FFFFFF"/>
                </a:solidFill>
                <a:latin typeface="Arial"/>
                <a:ea typeface="Arial"/>
                <a:cs typeface="Arial"/>
              </a:defRPr>
            </a:defPPr>
            <a:lvl1pPr algn="l">
              <a:defRPr sz="2850" b="1">
                <a:solidFill>
                  <a:srgbClr val="FFFFFF"/>
                </a:solidFill>
                <a:latin typeface="Arial"/>
                <a:ea typeface="Arial"/>
                <a:cs typeface="Arial"/>
              </a:defRPr>
            </a:lvl1pPr>
            <a:lvl2pPr algn="l">
              <a:defRPr sz="2850" b="1">
                <a:solidFill>
                  <a:srgbClr val="FFFFFF"/>
                </a:solidFill>
                <a:latin typeface="Arial"/>
                <a:ea typeface="Arial"/>
                <a:cs typeface="Arial"/>
              </a:defRPr>
            </a:lvl2pPr>
            <a:lvl3pPr algn="l">
              <a:defRPr sz="2850" b="1">
                <a:solidFill>
                  <a:srgbClr val="FFFFFF"/>
                </a:solidFill>
                <a:latin typeface="Arial"/>
                <a:ea typeface="Arial"/>
                <a:cs typeface="Arial"/>
              </a:defRPr>
            </a:lvl3pPr>
            <a:lvl4pPr algn="l">
              <a:defRPr sz="2850" b="1">
                <a:solidFill>
                  <a:srgbClr val="FFFFFF"/>
                </a:solidFill>
                <a:latin typeface="Arial"/>
                <a:ea typeface="Arial"/>
                <a:cs typeface="Arial"/>
              </a:defRPr>
            </a:lvl4pPr>
            <a:lvl5pPr algn="l">
              <a:defRPr sz="2850" b="1">
                <a:solidFill>
                  <a:srgbClr val="FFFFFF"/>
                </a:solidFill>
                <a:latin typeface="Arial"/>
                <a:ea typeface="Arial"/>
                <a:cs typeface="Arial"/>
              </a:defRPr>
            </a:lvl5pPr>
            <a:lvl6pPr algn="l">
              <a:defRPr sz="2850" b="1">
                <a:solidFill>
                  <a:srgbClr val="FFFFFF"/>
                </a:solidFill>
                <a:latin typeface="Arial"/>
                <a:ea typeface="Arial"/>
                <a:cs typeface="Arial"/>
              </a:defRPr>
            </a:lvl6pPr>
            <a:lvl7pPr algn="l">
              <a:defRPr sz="2850" b="1">
                <a:solidFill>
                  <a:srgbClr val="FFFFFF"/>
                </a:solidFill>
                <a:latin typeface="Arial"/>
                <a:ea typeface="Arial"/>
                <a:cs typeface="Arial"/>
              </a:defRPr>
            </a:lvl7pPr>
            <a:lvl8pPr algn="l">
              <a:defRPr sz="2850" b="1">
                <a:solidFill>
                  <a:srgbClr val="FFFFFF"/>
                </a:solidFill>
                <a:latin typeface="Arial"/>
                <a:ea typeface="Arial"/>
                <a:cs typeface="Arial"/>
              </a:defRPr>
            </a:lvl8pPr>
            <a:lvl9pPr algn="l">
              <a:defRPr sz="2850" b="1">
                <a:solidFill>
                  <a:srgbClr val="FFFFFF"/>
                </a:solidFill>
                <a:latin typeface="Arial"/>
                <a:ea typeface="Arial"/>
                <a:cs typeface="Arial"/>
              </a:defRPr>
            </a:lvl9pPr>
          </a:lstStyle>
          <a:p xmlns:a="http://schemas.openxmlformats.org/drawingml/2006/main">
            <a:pPr algn="l">
              <a:buNone/>
              <a:defRPr sz="2850" b="1">
                <a:solidFill>
                  <a:srgbClr val="FFFFFF"/>
                </a:solidFill>
                <a:latin typeface="Arial"/>
                <a:ea typeface="Arial"/>
                <a:cs typeface="Arial"/>
              </a:defRPr>
            </a:pPr>
            <a:r>
              <a:rPr sz="2850" b="1">
                <a:solidFill>
                  <a:srgbClr val="FFFFFF"/>
                </a:solidFill>
                <a:latin typeface="Arial"/>
                <a:ea typeface="Arial"/>
                <a:cs typeface="Arial"/>
              </a:rPr>
              <a:t>El bloqueo se convierte en una decisión de alcance</a:t>
            </a:r>
          </a:p>
        </p:txBody>
      </p:sp>
      <p:sp>
        <p:nvSpPr>
          <p:cNvPr id="3" name="GESTIÓN SIMULADA · IMPEDIMENTO R1">
            <a:extLst xmlns:a="http://schemas.openxmlformats.org/drawingml/2006/main">
              <a:ext uri="{FF2B5EF4-FFF2-40B4-BE49-F238E27FC236}">
                <a16:creationId xmlns:a16="http://schemas.microsoft.com/office/drawing/2014/main" id="{CB7E4FAF-2744-48A7-B63A-BCC13F91F691}"/>
              </a:ext>
            </a:extLst>
          </p:cNvPr>
          <p:cNvSpPr>
            <a:spLocks xmlns:a="http://schemas.openxmlformats.org/drawingml/2006/main" noGrp="1"/>
          </p:cNvSpPr>
          <p:nvPr/>
        </p:nvSpPr>
        <p:spPr>
          <a:xfrm xmlns:a="http://schemas.openxmlformats.org/drawingml/2006/main">
            <a:off x="457200" y="1200150"/>
            <a:ext cx="11191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125" b="1">
                <a:solidFill>
                  <a:srgbClr val="55707D"/>
                </a:solidFill>
                <a:latin typeface="Arial"/>
                <a:ea typeface="Arial"/>
                <a:cs typeface="Arial"/>
              </a:defRPr>
            </a:defPPr>
            <a:lvl1pPr algn="l">
              <a:defRPr sz="1125" b="1">
                <a:solidFill>
                  <a:srgbClr val="55707D"/>
                </a:solidFill>
                <a:latin typeface="Arial"/>
                <a:ea typeface="Arial"/>
                <a:cs typeface="Arial"/>
              </a:defRPr>
            </a:lvl1pPr>
            <a:lvl2pPr algn="l">
              <a:defRPr sz="1125" b="1">
                <a:solidFill>
                  <a:srgbClr val="55707D"/>
                </a:solidFill>
                <a:latin typeface="Arial"/>
                <a:ea typeface="Arial"/>
                <a:cs typeface="Arial"/>
              </a:defRPr>
            </a:lvl2pPr>
            <a:lvl3pPr algn="l">
              <a:defRPr sz="1125" b="1">
                <a:solidFill>
                  <a:srgbClr val="55707D"/>
                </a:solidFill>
                <a:latin typeface="Arial"/>
                <a:ea typeface="Arial"/>
                <a:cs typeface="Arial"/>
              </a:defRPr>
            </a:lvl3pPr>
            <a:lvl4pPr algn="l">
              <a:defRPr sz="1125" b="1">
                <a:solidFill>
                  <a:srgbClr val="55707D"/>
                </a:solidFill>
                <a:latin typeface="Arial"/>
                <a:ea typeface="Arial"/>
                <a:cs typeface="Arial"/>
              </a:defRPr>
            </a:lvl4pPr>
            <a:lvl5pPr algn="l">
              <a:defRPr sz="1125" b="1">
                <a:solidFill>
                  <a:srgbClr val="55707D"/>
                </a:solidFill>
                <a:latin typeface="Arial"/>
                <a:ea typeface="Arial"/>
                <a:cs typeface="Arial"/>
              </a:defRPr>
            </a:lvl5pPr>
            <a:lvl6pPr algn="l">
              <a:defRPr sz="1125" b="1">
                <a:solidFill>
                  <a:srgbClr val="55707D"/>
                </a:solidFill>
                <a:latin typeface="Arial"/>
                <a:ea typeface="Arial"/>
                <a:cs typeface="Arial"/>
              </a:defRPr>
            </a:lvl6pPr>
            <a:lvl7pPr algn="l">
              <a:defRPr sz="1125" b="1">
                <a:solidFill>
                  <a:srgbClr val="55707D"/>
                </a:solidFill>
                <a:latin typeface="Arial"/>
                <a:ea typeface="Arial"/>
                <a:cs typeface="Arial"/>
              </a:defRPr>
            </a:lvl7pPr>
            <a:lvl8pPr algn="l">
              <a:defRPr sz="1125" b="1">
                <a:solidFill>
                  <a:srgbClr val="55707D"/>
                </a:solidFill>
                <a:latin typeface="Arial"/>
                <a:ea typeface="Arial"/>
                <a:cs typeface="Arial"/>
              </a:defRPr>
            </a:lvl8pPr>
            <a:lvl9pPr algn="l">
              <a:defRPr sz="1125" b="1">
                <a:solidFill>
                  <a:srgbClr val="55707D"/>
                </a:solidFill>
                <a:latin typeface="Arial"/>
                <a:ea typeface="Arial"/>
                <a:cs typeface="Arial"/>
              </a:defRPr>
            </a:lvl9pPr>
          </a:lstStyle>
          <a:p xmlns:a="http://schemas.openxmlformats.org/drawingml/2006/main">
            <a:pPr algn="l">
              <a:buNone/>
              <a:defRPr sz="1125" b="1">
                <a:solidFill>
                  <a:srgbClr val="55707D"/>
                </a:solidFill>
                <a:latin typeface="Arial"/>
                <a:ea typeface="Arial"/>
                <a:cs typeface="Arial"/>
              </a:defRPr>
            </a:pPr>
            <a:r>
              <a:rPr sz="1125" b="1">
                <a:solidFill>
                  <a:srgbClr val="55707D"/>
                </a:solidFill>
                <a:latin typeface="Arial"/>
                <a:ea typeface="Arial"/>
                <a:cs typeface="Arial"/>
              </a:rPr>
              <a:t>GESTIÓN SIMULADA · IMPEDIMENTO R1</a:t>
            </a:r>
          </a:p>
        </p:txBody>
      </p:sp>
      <p:sp>
        <p:nvSpPr>
          <p:cNvPr id="4" name="">
            <a:extLst xmlns:a="http://schemas.openxmlformats.org/drawingml/2006/main">
              <a:ext uri="{FF2B5EF4-FFF2-40B4-BE49-F238E27FC236}">
                <a16:creationId xmlns:a16="http://schemas.microsoft.com/office/drawing/2014/main" id="{C6A8F582-BC44-4041-B863-880A543277AF}"/>
              </a:ext>
            </a:extLst>
          </p:cNvPr>
          <p:cNvSpPr>
            <a:spLocks xmlns:a="http://schemas.openxmlformats.org/drawingml/2006/main" noGrp="1"/>
          </p:cNvSpPr>
          <p:nvPr/>
        </p:nvSpPr>
        <p:spPr>
          <a:xfrm xmlns:a="http://schemas.openxmlformats.org/drawingml/2006/main">
            <a:off x="0" y="6543675"/>
            <a:ext cx="12192000" cy="314325"/>
          </a:xfrm>
          <a:prstGeom xmlns:a="http://schemas.openxmlformats.org/drawingml/2006/main" prst="rect">
            <a:avLst/>
          </a:prstGeom>
          <a:solidFill xmlns:a="http://schemas.openxmlformats.org/drawingml/2006/main">
            <a:srgbClr val="104D70"/>
          </a:solidFill>
          <a:ln xmlns:a="http://schemas.openxmlformats.org/drawingml/2006/main" w="0">
            <a:noFill/>
          </a:ln>
        </p:spPr>
      </p:sp>
      <p:sp>
        <p:nvSpPr>
          <p:cNvPr id="5" name="DataForge Consulting · FinBank">
            <a:extLst xmlns:a="http://schemas.openxmlformats.org/drawingml/2006/main">
              <a:ext uri="{FF2B5EF4-FFF2-40B4-BE49-F238E27FC236}">
                <a16:creationId xmlns:a16="http://schemas.microsoft.com/office/drawing/2014/main" id="{6D338BB6-494C-40C3-880A-6DFBA0A38FAC}"/>
              </a:ext>
            </a:extLst>
          </p:cNvPr>
          <p:cNvSpPr>
            <a:spLocks xmlns:a="http://schemas.openxmlformats.org/drawingml/2006/main" noGrp="1"/>
          </p:cNvSpPr>
          <p:nvPr/>
        </p:nvSpPr>
        <p:spPr>
          <a:xfrm xmlns:a="http://schemas.openxmlformats.org/drawingml/2006/main">
            <a:off x="457200" y="6619875"/>
            <a:ext cx="5429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050" b="0">
                <a:solidFill>
                  <a:srgbClr val="FFFFFF"/>
                </a:solidFill>
                <a:latin typeface="Arial"/>
                <a:ea typeface="Arial"/>
                <a:cs typeface="Arial"/>
              </a:defRPr>
            </a:defPPr>
            <a:lvl1pPr algn="l">
              <a:defRPr sz="1050" b="0">
                <a:solidFill>
                  <a:srgbClr val="FFFFFF"/>
                </a:solidFill>
                <a:latin typeface="Arial"/>
                <a:ea typeface="Arial"/>
                <a:cs typeface="Arial"/>
              </a:defRPr>
            </a:lvl1pPr>
            <a:lvl2pPr algn="l">
              <a:defRPr sz="1050" b="0">
                <a:solidFill>
                  <a:srgbClr val="FFFFFF"/>
                </a:solidFill>
                <a:latin typeface="Arial"/>
                <a:ea typeface="Arial"/>
                <a:cs typeface="Arial"/>
              </a:defRPr>
            </a:lvl2pPr>
            <a:lvl3pPr algn="l">
              <a:defRPr sz="1050" b="0">
                <a:solidFill>
                  <a:srgbClr val="FFFFFF"/>
                </a:solidFill>
                <a:latin typeface="Arial"/>
                <a:ea typeface="Arial"/>
                <a:cs typeface="Arial"/>
              </a:defRPr>
            </a:lvl3pPr>
            <a:lvl4pPr algn="l">
              <a:defRPr sz="1050" b="0">
                <a:solidFill>
                  <a:srgbClr val="FFFFFF"/>
                </a:solidFill>
                <a:latin typeface="Arial"/>
                <a:ea typeface="Arial"/>
                <a:cs typeface="Arial"/>
              </a:defRPr>
            </a:lvl4pPr>
            <a:lvl5pPr algn="l">
              <a:defRPr sz="1050" b="0">
                <a:solidFill>
                  <a:srgbClr val="FFFFFF"/>
                </a:solidFill>
                <a:latin typeface="Arial"/>
                <a:ea typeface="Arial"/>
                <a:cs typeface="Arial"/>
              </a:defRPr>
            </a:lvl5pPr>
            <a:lvl6pPr algn="l">
              <a:defRPr sz="1050" b="0">
                <a:solidFill>
                  <a:srgbClr val="FFFFFF"/>
                </a:solidFill>
                <a:latin typeface="Arial"/>
                <a:ea typeface="Arial"/>
                <a:cs typeface="Arial"/>
              </a:defRPr>
            </a:lvl6pPr>
            <a:lvl7pPr algn="l">
              <a:defRPr sz="1050" b="0">
                <a:solidFill>
                  <a:srgbClr val="FFFFFF"/>
                </a:solidFill>
                <a:latin typeface="Arial"/>
                <a:ea typeface="Arial"/>
                <a:cs typeface="Arial"/>
              </a:defRPr>
            </a:lvl7pPr>
            <a:lvl8pPr algn="l">
              <a:defRPr sz="1050" b="0">
                <a:solidFill>
                  <a:srgbClr val="FFFFFF"/>
                </a:solidFill>
                <a:latin typeface="Arial"/>
                <a:ea typeface="Arial"/>
                <a:cs typeface="Arial"/>
              </a:defRPr>
            </a:lvl8pPr>
            <a:lvl9pPr algn="l">
              <a:defRPr sz="1050" b="0">
                <a:solidFill>
                  <a:srgbClr val="FFFFFF"/>
                </a:solidFill>
                <a:latin typeface="Arial"/>
                <a:ea typeface="Arial"/>
                <a:cs typeface="Arial"/>
              </a:defRPr>
            </a:lvl9pPr>
          </a:lstStyle>
          <a:p xmlns:a="http://schemas.openxmlformats.org/drawingml/2006/main">
            <a:pPr algn="l">
              <a:buNone/>
              <a:defRPr sz="1050" b="0">
                <a:solidFill>
                  <a:srgbClr val="FFFFFF"/>
                </a:solidFill>
                <a:latin typeface="Arial"/>
                <a:ea typeface="Arial"/>
                <a:cs typeface="Arial"/>
              </a:defRPr>
            </a:pPr>
            <a:r>
              <a:rPr sz="1050" b="0">
                <a:solidFill>
                  <a:srgbClr val="FFFFFF"/>
                </a:solidFill>
                <a:latin typeface="Arial"/>
                <a:ea typeface="Arial"/>
                <a:cs typeface="Arial"/>
              </a:rPr>
              <a:t>DataForge Consulting · FinBank</a:t>
            </a:r>
          </a:p>
        </p:txBody>
      </p:sp>
      <p:sp>
        <p:nvSpPr>
          <p:cNvPr id="6" name="Oscar Merino  |  11">
            <a:extLst xmlns:a="http://schemas.openxmlformats.org/drawingml/2006/main">
              <a:ext uri="{FF2B5EF4-FFF2-40B4-BE49-F238E27FC236}">
                <a16:creationId xmlns:a16="http://schemas.microsoft.com/office/drawing/2014/main" id="{6F5FAED4-A89E-4DC6-AC49-0F07AD0396E0}"/>
              </a:ext>
            </a:extLst>
          </p:cNvPr>
          <p:cNvSpPr>
            <a:spLocks xmlns:a="http://schemas.openxmlformats.org/drawingml/2006/main" noGrp="1"/>
          </p:cNvSpPr>
          <p:nvPr/>
        </p:nvSpPr>
        <p:spPr>
          <a:xfrm xmlns:a="http://schemas.openxmlformats.org/drawingml/2006/main">
            <a:off x="7048500" y="6619875"/>
            <a:ext cx="466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r">
              <a:defRPr sz="1050" b="0">
                <a:solidFill>
                  <a:srgbClr val="FFFFFF"/>
                </a:solidFill>
                <a:latin typeface="Arial"/>
                <a:ea typeface="Arial"/>
                <a:cs typeface="Arial"/>
              </a:defRPr>
            </a:defPPr>
            <a:lvl1pPr algn="r">
              <a:defRPr sz="1050" b="0">
                <a:solidFill>
                  <a:srgbClr val="FFFFFF"/>
                </a:solidFill>
                <a:latin typeface="Arial"/>
                <a:ea typeface="Arial"/>
                <a:cs typeface="Arial"/>
              </a:defRPr>
            </a:lvl1pPr>
            <a:lvl2pPr algn="r">
              <a:defRPr sz="1050" b="0">
                <a:solidFill>
                  <a:srgbClr val="FFFFFF"/>
                </a:solidFill>
                <a:latin typeface="Arial"/>
                <a:ea typeface="Arial"/>
                <a:cs typeface="Arial"/>
              </a:defRPr>
            </a:lvl2pPr>
            <a:lvl3pPr algn="r">
              <a:defRPr sz="1050" b="0">
                <a:solidFill>
                  <a:srgbClr val="FFFFFF"/>
                </a:solidFill>
                <a:latin typeface="Arial"/>
                <a:ea typeface="Arial"/>
                <a:cs typeface="Arial"/>
              </a:defRPr>
            </a:lvl3pPr>
            <a:lvl4pPr algn="r">
              <a:defRPr sz="1050" b="0">
                <a:solidFill>
                  <a:srgbClr val="FFFFFF"/>
                </a:solidFill>
                <a:latin typeface="Arial"/>
                <a:ea typeface="Arial"/>
                <a:cs typeface="Arial"/>
              </a:defRPr>
            </a:lvl4pPr>
            <a:lvl5pPr algn="r">
              <a:defRPr sz="1050" b="0">
                <a:solidFill>
                  <a:srgbClr val="FFFFFF"/>
                </a:solidFill>
                <a:latin typeface="Arial"/>
                <a:ea typeface="Arial"/>
                <a:cs typeface="Arial"/>
              </a:defRPr>
            </a:lvl5pPr>
            <a:lvl6pPr algn="r">
              <a:defRPr sz="1050" b="0">
                <a:solidFill>
                  <a:srgbClr val="FFFFFF"/>
                </a:solidFill>
                <a:latin typeface="Arial"/>
                <a:ea typeface="Arial"/>
                <a:cs typeface="Arial"/>
              </a:defRPr>
            </a:lvl6pPr>
            <a:lvl7pPr algn="r">
              <a:defRPr sz="1050" b="0">
                <a:solidFill>
                  <a:srgbClr val="FFFFFF"/>
                </a:solidFill>
                <a:latin typeface="Arial"/>
                <a:ea typeface="Arial"/>
                <a:cs typeface="Arial"/>
              </a:defRPr>
            </a:lvl7pPr>
            <a:lvl8pPr algn="r">
              <a:defRPr sz="1050" b="0">
                <a:solidFill>
                  <a:srgbClr val="FFFFFF"/>
                </a:solidFill>
                <a:latin typeface="Arial"/>
                <a:ea typeface="Arial"/>
                <a:cs typeface="Arial"/>
              </a:defRPr>
            </a:lvl8pPr>
            <a:lvl9pPr algn="r">
              <a:defRPr sz="1050" b="0">
                <a:solidFill>
                  <a:srgbClr val="FFFFFF"/>
                </a:solidFill>
                <a:latin typeface="Arial"/>
                <a:ea typeface="Arial"/>
                <a:cs typeface="Arial"/>
              </a:defRPr>
            </a:lvl9pPr>
          </a:lstStyle>
          <a:p xmlns:a="http://schemas.openxmlformats.org/drawingml/2006/main">
            <a:pPr algn="r">
              <a:buNone/>
              <a:defRPr sz="1050" b="0">
                <a:solidFill>
                  <a:srgbClr val="FFFFFF"/>
                </a:solidFill>
                <a:latin typeface="Arial"/>
                <a:ea typeface="Arial"/>
                <a:cs typeface="Arial"/>
              </a:defRPr>
            </a:pPr>
            <a:r>
              <a:rPr sz="1050" b="0">
                <a:solidFill>
                  <a:srgbClr val="FFFFFF"/>
                </a:solidFill>
                <a:latin typeface="Arial"/>
                <a:ea typeface="Arial"/>
                <a:cs typeface="Arial"/>
              </a:rPr>
              <a:t>Oscar Merino  |  11</a:t>
            </a:r>
          </a:p>
        </p:txBody>
      </p:sp>
      <p:sp>
        <p:nvSpPr>
          <p:cNvPr id="7" name="">
            <a:extLst xmlns:a="http://schemas.openxmlformats.org/drawingml/2006/main">
              <a:ext uri="{FF2B5EF4-FFF2-40B4-BE49-F238E27FC236}">
                <a16:creationId xmlns:a16="http://schemas.microsoft.com/office/drawing/2014/main" id="{D5BAE31C-A454-40EA-B53E-EE790E538FF0}"/>
              </a:ext>
            </a:extLst>
          </p:cNvPr>
          <p:cNvSpPr>
            <a:spLocks xmlns:a="http://schemas.openxmlformats.org/drawingml/2006/main" noGrp="1"/>
          </p:cNvSpPr>
          <p:nvPr/>
        </p:nvSpPr>
        <p:spPr>
          <a:xfrm xmlns:a="http://schemas.openxmlformats.org/drawingml/2006/main">
            <a:off x="457200" y="2381250"/>
            <a:ext cx="2409825" cy="1095375"/>
          </a:xfrm>
          <a:prstGeom xmlns:a="http://schemas.openxmlformats.org/drawingml/2006/main" prst="rect">
            <a:avLst/>
          </a:prstGeom>
          <a:solidFill xmlns:a="http://schemas.openxmlformats.org/drawingml/2006/main">
            <a:srgbClr val="C41446"/>
          </a:solidFill>
          <a:ln xmlns:a="http://schemas.openxmlformats.org/drawingml/2006/main" w="0">
            <a:noFill/>
          </a:ln>
        </p:spPr>
      </p:sp>
      <p:sp>
        <p:nvSpPr>
          <p:cNvPr id="8" name="Día 6&#10;Falta credencial">
            <a:extLst xmlns:a="http://schemas.openxmlformats.org/drawingml/2006/main">
              <a:ext uri="{FF2B5EF4-FFF2-40B4-BE49-F238E27FC236}">
                <a16:creationId xmlns:a16="http://schemas.microsoft.com/office/drawing/2014/main" id="{5C572B8A-0A93-45DB-B980-55E670A6192C}"/>
              </a:ext>
            </a:extLst>
          </p:cNvPr>
          <p:cNvSpPr>
            <a:spLocks xmlns:a="http://schemas.openxmlformats.org/drawingml/2006/main" noGrp="1"/>
          </p:cNvSpPr>
          <p:nvPr/>
        </p:nvSpPr>
        <p:spPr>
          <a:xfrm xmlns:a="http://schemas.openxmlformats.org/drawingml/2006/main">
            <a:off x="590550" y="2571750"/>
            <a:ext cx="2143125"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ctr">
              <a:defRPr sz="1875" b="1">
                <a:solidFill>
                  <a:srgbClr val="FFFFFF"/>
                </a:solidFill>
                <a:latin typeface="Arial"/>
                <a:ea typeface="Arial"/>
                <a:cs typeface="Arial"/>
              </a:defRPr>
            </a:defPPr>
            <a:lvl1pPr algn="ctr">
              <a:defRPr sz="1875" b="1">
                <a:solidFill>
                  <a:srgbClr val="FFFFFF"/>
                </a:solidFill>
                <a:latin typeface="Arial"/>
                <a:ea typeface="Arial"/>
                <a:cs typeface="Arial"/>
              </a:defRPr>
            </a:lvl1pPr>
            <a:lvl2pPr algn="ctr">
              <a:defRPr sz="1875" b="1">
                <a:solidFill>
                  <a:srgbClr val="FFFFFF"/>
                </a:solidFill>
                <a:latin typeface="Arial"/>
                <a:ea typeface="Arial"/>
                <a:cs typeface="Arial"/>
              </a:defRPr>
            </a:lvl2pPr>
            <a:lvl3pPr algn="ctr">
              <a:defRPr sz="1875" b="1">
                <a:solidFill>
                  <a:srgbClr val="FFFFFF"/>
                </a:solidFill>
                <a:latin typeface="Arial"/>
                <a:ea typeface="Arial"/>
                <a:cs typeface="Arial"/>
              </a:defRPr>
            </a:lvl3pPr>
            <a:lvl4pPr algn="ctr">
              <a:defRPr sz="1875" b="1">
                <a:solidFill>
                  <a:srgbClr val="FFFFFF"/>
                </a:solidFill>
                <a:latin typeface="Arial"/>
                <a:ea typeface="Arial"/>
                <a:cs typeface="Arial"/>
              </a:defRPr>
            </a:lvl4pPr>
            <a:lvl5pPr algn="ctr">
              <a:defRPr sz="1875" b="1">
                <a:solidFill>
                  <a:srgbClr val="FFFFFF"/>
                </a:solidFill>
                <a:latin typeface="Arial"/>
                <a:ea typeface="Arial"/>
                <a:cs typeface="Arial"/>
              </a:defRPr>
            </a:lvl5pPr>
            <a:lvl6pPr algn="ctr">
              <a:defRPr sz="1875" b="1">
                <a:solidFill>
                  <a:srgbClr val="FFFFFF"/>
                </a:solidFill>
                <a:latin typeface="Arial"/>
                <a:ea typeface="Arial"/>
                <a:cs typeface="Arial"/>
              </a:defRPr>
            </a:lvl6pPr>
            <a:lvl7pPr algn="ctr">
              <a:defRPr sz="1875" b="1">
                <a:solidFill>
                  <a:srgbClr val="FFFFFF"/>
                </a:solidFill>
                <a:latin typeface="Arial"/>
                <a:ea typeface="Arial"/>
                <a:cs typeface="Arial"/>
              </a:defRPr>
            </a:lvl7pPr>
            <a:lvl8pPr algn="ctr">
              <a:defRPr sz="1875" b="1">
                <a:solidFill>
                  <a:srgbClr val="FFFFFF"/>
                </a:solidFill>
                <a:latin typeface="Arial"/>
                <a:ea typeface="Arial"/>
                <a:cs typeface="Arial"/>
              </a:defRPr>
            </a:lvl8pPr>
            <a:lvl9pPr algn="ctr">
              <a:defRPr sz="1875" b="1">
                <a:solidFill>
                  <a:srgbClr val="FFFFFF"/>
                </a:solidFill>
                <a:latin typeface="Arial"/>
                <a:ea typeface="Arial"/>
                <a:cs typeface="Arial"/>
              </a:defRPr>
            </a:lvl9pPr>
          </a:lstStyle>
          <a:p xmlns:a="http://schemas.openxmlformats.org/drawingml/2006/main">
            <a:pPr algn="ctr">
              <a:buNone/>
              <a:defRPr sz="1875" b="1">
                <a:solidFill>
                  <a:srgbClr val="FFFFFF"/>
                </a:solidFill>
                <a:latin typeface="Arial"/>
                <a:ea typeface="Arial"/>
                <a:cs typeface="Arial"/>
              </a:defRPr>
            </a:pPr>
            <a:r>
              <a:rPr sz="1875" b="1">
                <a:solidFill>
                  <a:srgbClr val="FFFFFF"/>
                </a:solidFill>
                <a:latin typeface="Arial"/>
                <a:ea typeface="Arial"/>
                <a:cs typeface="Arial"/>
              </a:rPr>
              <a:t>Día 6</a:t>
            </a:r>
          </a:p>
          <a:p xmlns:a="http://schemas.openxmlformats.org/drawingml/2006/main">
            <a:pPr algn="ctr">
              <a:buNone/>
              <a:defRPr sz="1875" b="1">
                <a:solidFill>
                  <a:srgbClr val="FFFFFF"/>
                </a:solidFill>
                <a:latin typeface="Arial"/>
                <a:ea typeface="Arial"/>
                <a:cs typeface="Arial"/>
              </a:defRPr>
            </a:pPr>
            <a:r>
              <a:rPr sz="1875" b="1">
                <a:solidFill>
                  <a:srgbClr val="FFFFFF"/>
                </a:solidFill>
                <a:latin typeface="Arial"/>
                <a:ea typeface="Arial"/>
                <a:cs typeface="Arial"/>
              </a:rPr>
              <a:t>Falta credencial</a:t>
            </a:r>
          </a:p>
        </p:txBody>
      </p:sp>
      <p:sp>
        <p:nvSpPr>
          <p:cNvPr id="9" name="">
            <a:extLst xmlns:a="http://schemas.openxmlformats.org/drawingml/2006/main">
              <a:ext uri="{FF2B5EF4-FFF2-40B4-BE49-F238E27FC236}">
                <a16:creationId xmlns:a16="http://schemas.microsoft.com/office/drawing/2014/main" id="{FD5D126B-81EA-4645-8DD5-2ABAEEA4231B}"/>
              </a:ext>
            </a:extLst>
          </p:cNvPr>
          <p:cNvSpPr>
            <a:spLocks xmlns:a="http://schemas.openxmlformats.org/drawingml/2006/main" noGrp="1"/>
          </p:cNvSpPr>
          <p:nvPr/>
        </p:nvSpPr>
        <p:spPr>
          <a:xfrm xmlns:a="http://schemas.openxmlformats.org/drawingml/2006/main">
            <a:off x="3333750" y="2381250"/>
            <a:ext cx="2409825" cy="1095375"/>
          </a:xfrm>
          <a:prstGeom xmlns:a="http://schemas.openxmlformats.org/drawingml/2006/main" prst="rect">
            <a:avLst/>
          </a:prstGeom>
          <a:solidFill xmlns:a="http://schemas.openxmlformats.org/drawingml/2006/main">
            <a:srgbClr val="104D70"/>
          </a:solidFill>
          <a:ln xmlns:a="http://schemas.openxmlformats.org/drawingml/2006/main" w="0">
            <a:noFill/>
          </a:ln>
        </p:spPr>
      </p:sp>
      <p:sp>
        <p:nvSpPr>
          <p:cNvPr id="10" name="Día 7&#10;Escalar a IT">
            <a:extLst xmlns:a="http://schemas.openxmlformats.org/drawingml/2006/main">
              <a:ext uri="{FF2B5EF4-FFF2-40B4-BE49-F238E27FC236}">
                <a16:creationId xmlns:a16="http://schemas.microsoft.com/office/drawing/2014/main" id="{76AE4EB0-FEA7-4D54-944D-EDFA642B00B0}"/>
              </a:ext>
            </a:extLst>
          </p:cNvPr>
          <p:cNvSpPr>
            <a:spLocks xmlns:a="http://schemas.openxmlformats.org/drawingml/2006/main" noGrp="1"/>
          </p:cNvSpPr>
          <p:nvPr/>
        </p:nvSpPr>
        <p:spPr>
          <a:xfrm xmlns:a="http://schemas.openxmlformats.org/drawingml/2006/main">
            <a:off x="3467100" y="2571750"/>
            <a:ext cx="2143125"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ctr">
              <a:defRPr sz="1875" b="1">
                <a:solidFill>
                  <a:srgbClr val="FFFFFF"/>
                </a:solidFill>
                <a:latin typeface="Arial"/>
                <a:ea typeface="Arial"/>
                <a:cs typeface="Arial"/>
              </a:defRPr>
            </a:defPPr>
            <a:lvl1pPr algn="ctr">
              <a:defRPr sz="1875" b="1">
                <a:solidFill>
                  <a:srgbClr val="FFFFFF"/>
                </a:solidFill>
                <a:latin typeface="Arial"/>
                <a:ea typeface="Arial"/>
                <a:cs typeface="Arial"/>
              </a:defRPr>
            </a:lvl1pPr>
            <a:lvl2pPr algn="ctr">
              <a:defRPr sz="1875" b="1">
                <a:solidFill>
                  <a:srgbClr val="FFFFFF"/>
                </a:solidFill>
                <a:latin typeface="Arial"/>
                <a:ea typeface="Arial"/>
                <a:cs typeface="Arial"/>
              </a:defRPr>
            </a:lvl2pPr>
            <a:lvl3pPr algn="ctr">
              <a:defRPr sz="1875" b="1">
                <a:solidFill>
                  <a:srgbClr val="FFFFFF"/>
                </a:solidFill>
                <a:latin typeface="Arial"/>
                <a:ea typeface="Arial"/>
                <a:cs typeface="Arial"/>
              </a:defRPr>
            </a:lvl3pPr>
            <a:lvl4pPr algn="ctr">
              <a:defRPr sz="1875" b="1">
                <a:solidFill>
                  <a:srgbClr val="FFFFFF"/>
                </a:solidFill>
                <a:latin typeface="Arial"/>
                <a:ea typeface="Arial"/>
                <a:cs typeface="Arial"/>
              </a:defRPr>
            </a:lvl4pPr>
            <a:lvl5pPr algn="ctr">
              <a:defRPr sz="1875" b="1">
                <a:solidFill>
                  <a:srgbClr val="FFFFFF"/>
                </a:solidFill>
                <a:latin typeface="Arial"/>
                <a:ea typeface="Arial"/>
                <a:cs typeface="Arial"/>
              </a:defRPr>
            </a:lvl5pPr>
            <a:lvl6pPr algn="ctr">
              <a:defRPr sz="1875" b="1">
                <a:solidFill>
                  <a:srgbClr val="FFFFFF"/>
                </a:solidFill>
                <a:latin typeface="Arial"/>
                <a:ea typeface="Arial"/>
                <a:cs typeface="Arial"/>
              </a:defRPr>
            </a:lvl6pPr>
            <a:lvl7pPr algn="ctr">
              <a:defRPr sz="1875" b="1">
                <a:solidFill>
                  <a:srgbClr val="FFFFFF"/>
                </a:solidFill>
                <a:latin typeface="Arial"/>
                <a:ea typeface="Arial"/>
                <a:cs typeface="Arial"/>
              </a:defRPr>
            </a:lvl7pPr>
            <a:lvl8pPr algn="ctr">
              <a:defRPr sz="1875" b="1">
                <a:solidFill>
                  <a:srgbClr val="FFFFFF"/>
                </a:solidFill>
                <a:latin typeface="Arial"/>
                <a:ea typeface="Arial"/>
                <a:cs typeface="Arial"/>
              </a:defRPr>
            </a:lvl8pPr>
            <a:lvl9pPr algn="ctr">
              <a:defRPr sz="1875" b="1">
                <a:solidFill>
                  <a:srgbClr val="FFFFFF"/>
                </a:solidFill>
                <a:latin typeface="Arial"/>
                <a:ea typeface="Arial"/>
                <a:cs typeface="Arial"/>
              </a:defRPr>
            </a:lvl9pPr>
          </a:lstStyle>
          <a:p xmlns:a="http://schemas.openxmlformats.org/drawingml/2006/main">
            <a:pPr algn="ctr">
              <a:buNone/>
              <a:defRPr sz="1875" b="1">
                <a:solidFill>
                  <a:srgbClr val="FFFFFF"/>
                </a:solidFill>
                <a:latin typeface="Arial"/>
                <a:ea typeface="Arial"/>
                <a:cs typeface="Arial"/>
              </a:defRPr>
            </a:pPr>
            <a:r>
              <a:rPr sz="1875" b="1">
                <a:solidFill>
                  <a:srgbClr val="FFFFFF"/>
                </a:solidFill>
                <a:latin typeface="Arial"/>
                <a:ea typeface="Arial"/>
                <a:cs typeface="Arial"/>
              </a:rPr>
              <a:t>Día 7</a:t>
            </a:r>
          </a:p>
          <a:p xmlns:a="http://schemas.openxmlformats.org/drawingml/2006/main">
            <a:pPr algn="ctr">
              <a:buNone/>
              <a:defRPr sz="1875" b="1">
                <a:solidFill>
                  <a:srgbClr val="FFFFFF"/>
                </a:solidFill>
                <a:latin typeface="Arial"/>
                <a:ea typeface="Arial"/>
                <a:cs typeface="Arial"/>
              </a:defRPr>
            </a:pPr>
            <a:r>
              <a:rPr sz="1875" b="1">
                <a:solidFill>
                  <a:srgbClr val="FFFFFF"/>
                </a:solidFill>
                <a:latin typeface="Arial"/>
                <a:ea typeface="Arial"/>
                <a:cs typeface="Arial"/>
              </a:rPr>
              <a:t>Escalar bloqueo</a:t>
            </a:r>
          </a:p>
        </p:txBody>
      </p:sp>
      <p:sp>
        <p:nvSpPr>
          <p:cNvPr id="11" name="">
            <a:extLst xmlns:a="http://schemas.openxmlformats.org/drawingml/2006/main">
              <a:ext uri="{FF2B5EF4-FFF2-40B4-BE49-F238E27FC236}">
                <a16:creationId xmlns:a16="http://schemas.microsoft.com/office/drawing/2014/main" id="{E99D3841-86C1-46E6-BD89-E060F35A3AD0}"/>
              </a:ext>
            </a:extLst>
          </p:cNvPr>
          <p:cNvSpPr>
            <a:spLocks xmlns:a="http://schemas.openxmlformats.org/drawingml/2006/main" noGrp="1"/>
          </p:cNvSpPr>
          <p:nvPr/>
        </p:nvSpPr>
        <p:spPr>
          <a:xfrm xmlns:a="http://schemas.openxmlformats.org/drawingml/2006/main">
            <a:off x="6210300" y="2381250"/>
            <a:ext cx="2409825" cy="1095375"/>
          </a:xfrm>
          <a:prstGeom xmlns:a="http://schemas.openxmlformats.org/drawingml/2006/main" prst="rect">
            <a:avLst/>
          </a:prstGeom>
          <a:solidFill xmlns:a="http://schemas.openxmlformats.org/drawingml/2006/main">
            <a:srgbClr val="10998D"/>
          </a:solidFill>
          <a:ln xmlns:a="http://schemas.openxmlformats.org/drawingml/2006/main" w="0">
            <a:noFill/>
          </a:ln>
        </p:spPr>
      </p:sp>
      <p:sp>
        <p:nvSpPr>
          <p:cNvPr id="12" name="Día 8&#10;Targets de mora">
            <a:extLst xmlns:a="http://schemas.openxmlformats.org/drawingml/2006/main">
              <a:ext uri="{FF2B5EF4-FFF2-40B4-BE49-F238E27FC236}">
                <a16:creationId xmlns:a16="http://schemas.microsoft.com/office/drawing/2014/main" id="{41D1C031-06DD-46FA-B652-3FA7263FF578}"/>
              </a:ext>
            </a:extLst>
          </p:cNvPr>
          <p:cNvSpPr>
            <a:spLocks xmlns:a="http://schemas.openxmlformats.org/drawingml/2006/main" noGrp="1"/>
          </p:cNvSpPr>
          <p:nvPr/>
        </p:nvSpPr>
        <p:spPr>
          <a:xfrm xmlns:a="http://schemas.openxmlformats.org/drawingml/2006/main">
            <a:off x="6343650" y="2571750"/>
            <a:ext cx="2143125"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ctr">
              <a:defRPr sz="1875" b="1">
                <a:solidFill>
                  <a:srgbClr val="FFFFFF"/>
                </a:solidFill>
                <a:latin typeface="Arial"/>
                <a:ea typeface="Arial"/>
                <a:cs typeface="Arial"/>
              </a:defRPr>
            </a:defPPr>
            <a:lvl1pPr algn="ctr">
              <a:defRPr sz="1875" b="1">
                <a:solidFill>
                  <a:srgbClr val="FFFFFF"/>
                </a:solidFill>
                <a:latin typeface="Arial"/>
                <a:ea typeface="Arial"/>
                <a:cs typeface="Arial"/>
              </a:defRPr>
            </a:lvl1pPr>
            <a:lvl2pPr algn="ctr">
              <a:defRPr sz="1875" b="1">
                <a:solidFill>
                  <a:srgbClr val="FFFFFF"/>
                </a:solidFill>
                <a:latin typeface="Arial"/>
                <a:ea typeface="Arial"/>
                <a:cs typeface="Arial"/>
              </a:defRPr>
            </a:lvl2pPr>
            <a:lvl3pPr algn="ctr">
              <a:defRPr sz="1875" b="1">
                <a:solidFill>
                  <a:srgbClr val="FFFFFF"/>
                </a:solidFill>
                <a:latin typeface="Arial"/>
                <a:ea typeface="Arial"/>
                <a:cs typeface="Arial"/>
              </a:defRPr>
            </a:lvl3pPr>
            <a:lvl4pPr algn="ctr">
              <a:defRPr sz="1875" b="1">
                <a:solidFill>
                  <a:srgbClr val="FFFFFF"/>
                </a:solidFill>
                <a:latin typeface="Arial"/>
                <a:ea typeface="Arial"/>
                <a:cs typeface="Arial"/>
              </a:defRPr>
            </a:lvl4pPr>
            <a:lvl5pPr algn="ctr">
              <a:defRPr sz="1875" b="1">
                <a:solidFill>
                  <a:srgbClr val="FFFFFF"/>
                </a:solidFill>
                <a:latin typeface="Arial"/>
                <a:ea typeface="Arial"/>
                <a:cs typeface="Arial"/>
              </a:defRPr>
            </a:lvl5pPr>
            <a:lvl6pPr algn="ctr">
              <a:defRPr sz="1875" b="1">
                <a:solidFill>
                  <a:srgbClr val="FFFFFF"/>
                </a:solidFill>
                <a:latin typeface="Arial"/>
                <a:ea typeface="Arial"/>
                <a:cs typeface="Arial"/>
              </a:defRPr>
            </a:lvl6pPr>
            <a:lvl7pPr algn="ctr">
              <a:defRPr sz="1875" b="1">
                <a:solidFill>
                  <a:srgbClr val="FFFFFF"/>
                </a:solidFill>
                <a:latin typeface="Arial"/>
                <a:ea typeface="Arial"/>
                <a:cs typeface="Arial"/>
              </a:defRPr>
            </a:lvl7pPr>
            <a:lvl8pPr algn="ctr">
              <a:defRPr sz="1875" b="1">
                <a:solidFill>
                  <a:srgbClr val="FFFFFF"/>
                </a:solidFill>
                <a:latin typeface="Arial"/>
                <a:ea typeface="Arial"/>
                <a:cs typeface="Arial"/>
              </a:defRPr>
            </a:lvl8pPr>
            <a:lvl9pPr algn="ctr">
              <a:defRPr sz="1875" b="1">
                <a:solidFill>
                  <a:srgbClr val="FFFFFF"/>
                </a:solidFill>
                <a:latin typeface="Arial"/>
                <a:ea typeface="Arial"/>
                <a:cs typeface="Arial"/>
              </a:defRPr>
            </a:lvl9pPr>
          </a:lstStyle>
          <a:p xmlns:a="http://schemas.openxmlformats.org/drawingml/2006/main">
            <a:pPr algn="ctr">
              <a:buNone/>
              <a:defRPr sz="1875" b="1">
                <a:solidFill>
                  <a:srgbClr val="FFFFFF"/>
                </a:solidFill>
                <a:latin typeface="Arial"/>
                <a:ea typeface="Arial"/>
                <a:cs typeface="Arial"/>
              </a:defRPr>
            </a:pPr>
            <a:r>
              <a:rPr sz="1875" b="1">
                <a:solidFill>
                  <a:srgbClr val="FFFFFF"/>
                </a:solidFill>
                <a:latin typeface="Arial"/>
                <a:ea typeface="Arial"/>
                <a:cs typeface="Arial"/>
              </a:rPr>
              <a:t>Día 8</a:t>
            </a:r>
          </a:p>
          <a:p xmlns:a="http://schemas.openxmlformats.org/drawingml/2006/main">
            <a:pPr algn="ctr">
              <a:buNone/>
              <a:defRPr sz="1875" b="1">
                <a:solidFill>
                  <a:srgbClr val="FFFFFF"/>
                </a:solidFill>
                <a:latin typeface="Arial"/>
                <a:ea typeface="Arial"/>
                <a:cs typeface="Arial"/>
              </a:defRPr>
            </a:pPr>
            <a:r>
              <a:rPr sz="1875" b="1">
                <a:solidFill>
                  <a:srgbClr val="FFFFFF"/>
                </a:solidFill>
                <a:latin typeface="Arial"/>
                <a:ea typeface="Arial"/>
                <a:cs typeface="Arial"/>
              </a:rPr>
              <a:t>Targets de mora</a:t>
            </a:r>
          </a:p>
        </p:txBody>
      </p:sp>
      <p:sp>
        <p:nvSpPr>
          <p:cNvPr id="13" name="">
            <a:extLst xmlns:a="http://schemas.openxmlformats.org/drawingml/2006/main">
              <a:ext uri="{FF2B5EF4-FFF2-40B4-BE49-F238E27FC236}">
                <a16:creationId xmlns:a16="http://schemas.microsoft.com/office/drawing/2014/main" id="{54B92708-1697-4895-A6C0-0A6CD9DCA588}"/>
              </a:ext>
            </a:extLst>
          </p:cNvPr>
          <p:cNvSpPr>
            <a:spLocks xmlns:a="http://schemas.openxmlformats.org/drawingml/2006/main" noGrp="1"/>
          </p:cNvSpPr>
          <p:nvPr/>
        </p:nvSpPr>
        <p:spPr>
          <a:xfrm xmlns:a="http://schemas.openxmlformats.org/drawingml/2006/main">
            <a:off x="9086850" y="2381250"/>
            <a:ext cx="2647950" cy="1095375"/>
          </a:xfrm>
          <a:prstGeom xmlns:a="http://schemas.openxmlformats.org/drawingml/2006/main" prst="rect">
            <a:avLst/>
          </a:prstGeom>
          <a:solidFill xmlns:a="http://schemas.openxmlformats.org/drawingml/2006/main">
            <a:srgbClr val="104D70"/>
          </a:solidFill>
          <a:ln xmlns:a="http://schemas.openxmlformats.org/drawingml/2006/main" w="0">
            <a:noFill/>
          </a:ln>
        </p:spPr>
      </p:sp>
      <p:sp>
        <p:nvSpPr>
          <p:cNvPr id="14" name="Día 10&#10;Churn al backlog">
            <a:extLst xmlns:a="http://schemas.openxmlformats.org/drawingml/2006/main">
              <a:ext uri="{FF2B5EF4-FFF2-40B4-BE49-F238E27FC236}">
                <a16:creationId xmlns:a16="http://schemas.microsoft.com/office/drawing/2014/main" id="{1C08AED6-6BFF-4BCD-B4D6-7031E4CEA50C}"/>
              </a:ext>
            </a:extLst>
          </p:cNvPr>
          <p:cNvSpPr>
            <a:spLocks xmlns:a="http://schemas.openxmlformats.org/drawingml/2006/main" noGrp="1"/>
          </p:cNvSpPr>
          <p:nvPr/>
        </p:nvSpPr>
        <p:spPr>
          <a:xfrm xmlns:a="http://schemas.openxmlformats.org/drawingml/2006/main">
            <a:off x="9220200" y="2571750"/>
            <a:ext cx="23812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ctr">
              <a:defRPr sz="1875" b="1">
                <a:solidFill>
                  <a:srgbClr val="FFFFFF"/>
                </a:solidFill>
                <a:latin typeface="Arial"/>
                <a:ea typeface="Arial"/>
                <a:cs typeface="Arial"/>
              </a:defRPr>
            </a:defPPr>
            <a:lvl1pPr algn="ctr">
              <a:defRPr sz="1875" b="1">
                <a:solidFill>
                  <a:srgbClr val="FFFFFF"/>
                </a:solidFill>
                <a:latin typeface="Arial"/>
                <a:ea typeface="Arial"/>
                <a:cs typeface="Arial"/>
              </a:defRPr>
            </a:lvl1pPr>
            <a:lvl2pPr algn="ctr">
              <a:defRPr sz="1875" b="1">
                <a:solidFill>
                  <a:srgbClr val="FFFFFF"/>
                </a:solidFill>
                <a:latin typeface="Arial"/>
                <a:ea typeface="Arial"/>
                <a:cs typeface="Arial"/>
              </a:defRPr>
            </a:lvl2pPr>
            <a:lvl3pPr algn="ctr">
              <a:defRPr sz="1875" b="1">
                <a:solidFill>
                  <a:srgbClr val="FFFFFF"/>
                </a:solidFill>
                <a:latin typeface="Arial"/>
                <a:ea typeface="Arial"/>
                <a:cs typeface="Arial"/>
              </a:defRPr>
            </a:lvl3pPr>
            <a:lvl4pPr algn="ctr">
              <a:defRPr sz="1875" b="1">
                <a:solidFill>
                  <a:srgbClr val="FFFFFF"/>
                </a:solidFill>
                <a:latin typeface="Arial"/>
                <a:ea typeface="Arial"/>
                <a:cs typeface="Arial"/>
              </a:defRPr>
            </a:lvl4pPr>
            <a:lvl5pPr algn="ctr">
              <a:defRPr sz="1875" b="1">
                <a:solidFill>
                  <a:srgbClr val="FFFFFF"/>
                </a:solidFill>
                <a:latin typeface="Arial"/>
                <a:ea typeface="Arial"/>
                <a:cs typeface="Arial"/>
              </a:defRPr>
            </a:lvl5pPr>
            <a:lvl6pPr algn="ctr">
              <a:defRPr sz="1875" b="1">
                <a:solidFill>
                  <a:srgbClr val="FFFFFF"/>
                </a:solidFill>
                <a:latin typeface="Arial"/>
                <a:ea typeface="Arial"/>
                <a:cs typeface="Arial"/>
              </a:defRPr>
            </a:lvl6pPr>
            <a:lvl7pPr algn="ctr">
              <a:defRPr sz="1875" b="1">
                <a:solidFill>
                  <a:srgbClr val="FFFFFF"/>
                </a:solidFill>
                <a:latin typeface="Arial"/>
                <a:ea typeface="Arial"/>
                <a:cs typeface="Arial"/>
              </a:defRPr>
            </a:lvl7pPr>
            <a:lvl8pPr algn="ctr">
              <a:defRPr sz="1875" b="1">
                <a:solidFill>
                  <a:srgbClr val="FFFFFF"/>
                </a:solidFill>
                <a:latin typeface="Arial"/>
                <a:ea typeface="Arial"/>
                <a:cs typeface="Arial"/>
              </a:defRPr>
            </a:lvl8pPr>
            <a:lvl9pPr algn="ctr">
              <a:defRPr sz="1875" b="1">
                <a:solidFill>
                  <a:srgbClr val="FFFFFF"/>
                </a:solidFill>
                <a:latin typeface="Arial"/>
                <a:ea typeface="Arial"/>
                <a:cs typeface="Arial"/>
              </a:defRPr>
            </a:lvl9pPr>
          </a:lstStyle>
          <a:p xmlns:a="http://schemas.openxmlformats.org/drawingml/2006/main">
            <a:pPr algn="ctr">
              <a:buNone/>
              <a:defRPr sz="1875" b="1">
                <a:solidFill>
                  <a:srgbClr val="FFFFFF"/>
                </a:solidFill>
                <a:latin typeface="Arial"/>
                <a:ea typeface="Arial"/>
                <a:cs typeface="Arial"/>
              </a:defRPr>
            </a:pPr>
            <a:r>
              <a:rPr sz="1875" b="1">
                <a:solidFill>
                  <a:srgbClr val="FFFFFF"/>
                </a:solidFill>
                <a:latin typeface="Arial"/>
                <a:ea typeface="Arial"/>
                <a:cs typeface="Arial"/>
              </a:rPr>
              <a:t>Día 10</a:t>
            </a:r>
          </a:p>
          <a:p xmlns:a="http://schemas.openxmlformats.org/drawingml/2006/main">
            <a:pPr algn="ctr">
              <a:buNone/>
              <a:defRPr sz="1875" b="1">
                <a:solidFill>
                  <a:srgbClr val="FFFFFF"/>
                </a:solidFill>
                <a:latin typeface="Arial"/>
                <a:ea typeface="Arial"/>
                <a:cs typeface="Arial"/>
              </a:defRPr>
            </a:pPr>
            <a:r>
              <a:rPr sz="1875" b="1">
                <a:solidFill>
                  <a:srgbClr val="FFFFFF"/>
                </a:solidFill>
                <a:latin typeface="Arial"/>
                <a:ea typeface="Arial"/>
                <a:cs typeface="Arial"/>
              </a:rPr>
              <a:t>Churn al backlog</a:t>
            </a:r>
          </a:p>
        </p:txBody>
      </p:sp>
      <p:sp>
        <p:nvSpPr>
          <p:cNvPr id="18" name="Daily Scrum">
            <a:extLst xmlns:a="http://schemas.openxmlformats.org/drawingml/2006/main">
              <a:ext uri="{FF2B5EF4-FFF2-40B4-BE49-F238E27FC236}">
                <a16:creationId xmlns:a16="http://schemas.microsoft.com/office/drawing/2014/main" id="{D99D48FE-1477-4D4B-BD57-808C248701E7}"/>
              </a:ext>
            </a:extLst>
          </p:cNvPr>
          <p:cNvSpPr>
            <a:spLocks xmlns:a="http://schemas.openxmlformats.org/drawingml/2006/main" noGrp="1"/>
          </p:cNvSpPr>
          <p:nvPr/>
        </p:nvSpPr>
        <p:spPr>
          <a:xfrm xmlns:a="http://schemas.openxmlformats.org/drawingml/2006/main">
            <a:off x="457200" y="4133850"/>
            <a:ext cx="3143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475" b="1">
                <a:solidFill>
                  <a:srgbClr val="104D70"/>
                </a:solidFill>
                <a:latin typeface="Arial"/>
                <a:ea typeface="Arial"/>
                <a:cs typeface="Arial"/>
              </a:defRPr>
            </a:defPPr>
            <a:lvl1pPr algn="l">
              <a:defRPr sz="2475" b="1">
                <a:solidFill>
                  <a:srgbClr val="104D70"/>
                </a:solidFill>
                <a:latin typeface="Arial"/>
                <a:ea typeface="Arial"/>
                <a:cs typeface="Arial"/>
              </a:defRPr>
            </a:lvl1pPr>
            <a:lvl2pPr algn="l">
              <a:defRPr sz="2475" b="1">
                <a:solidFill>
                  <a:srgbClr val="104D70"/>
                </a:solidFill>
                <a:latin typeface="Arial"/>
                <a:ea typeface="Arial"/>
                <a:cs typeface="Arial"/>
              </a:defRPr>
            </a:lvl2pPr>
            <a:lvl3pPr algn="l">
              <a:defRPr sz="2475" b="1">
                <a:solidFill>
                  <a:srgbClr val="104D70"/>
                </a:solidFill>
                <a:latin typeface="Arial"/>
                <a:ea typeface="Arial"/>
                <a:cs typeface="Arial"/>
              </a:defRPr>
            </a:lvl3pPr>
            <a:lvl4pPr algn="l">
              <a:defRPr sz="2475" b="1">
                <a:solidFill>
                  <a:srgbClr val="104D70"/>
                </a:solidFill>
                <a:latin typeface="Arial"/>
                <a:ea typeface="Arial"/>
                <a:cs typeface="Arial"/>
              </a:defRPr>
            </a:lvl4pPr>
            <a:lvl5pPr algn="l">
              <a:defRPr sz="2475" b="1">
                <a:solidFill>
                  <a:srgbClr val="104D70"/>
                </a:solidFill>
                <a:latin typeface="Arial"/>
                <a:ea typeface="Arial"/>
                <a:cs typeface="Arial"/>
              </a:defRPr>
            </a:lvl5pPr>
            <a:lvl6pPr algn="l">
              <a:defRPr sz="2475" b="1">
                <a:solidFill>
                  <a:srgbClr val="104D70"/>
                </a:solidFill>
                <a:latin typeface="Arial"/>
                <a:ea typeface="Arial"/>
                <a:cs typeface="Arial"/>
              </a:defRPr>
            </a:lvl6pPr>
            <a:lvl7pPr algn="l">
              <a:defRPr sz="2475" b="1">
                <a:solidFill>
                  <a:srgbClr val="104D70"/>
                </a:solidFill>
                <a:latin typeface="Arial"/>
                <a:ea typeface="Arial"/>
                <a:cs typeface="Arial"/>
              </a:defRPr>
            </a:lvl7pPr>
            <a:lvl8pPr algn="l">
              <a:defRPr sz="2475" b="1">
                <a:solidFill>
                  <a:srgbClr val="104D70"/>
                </a:solidFill>
                <a:latin typeface="Arial"/>
                <a:ea typeface="Arial"/>
                <a:cs typeface="Arial"/>
              </a:defRPr>
            </a:lvl8pPr>
            <a:lvl9pPr algn="l">
              <a:defRPr sz="2475" b="1">
                <a:solidFill>
                  <a:srgbClr val="104D70"/>
                </a:solidFill>
                <a:latin typeface="Arial"/>
                <a:ea typeface="Arial"/>
                <a:cs typeface="Arial"/>
              </a:defRPr>
            </a:lvl9pPr>
          </a:lstStyle>
          <a:p xmlns:a="http://schemas.openxmlformats.org/drawingml/2006/main">
            <a:pPr algn="l">
              <a:buNone/>
              <a:defRPr sz="2475" b="1">
                <a:solidFill>
                  <a:srgbClr val="104D70"/>
                </a:solidFill>
                <a:latin typeface="Arial"/>
                <a:ea typeface="Arial"/>
                <a:cs typeface="Arial"/>
              </a:defRPr>
            </a:pPr>
            <a:r>
              <a:rPr sz="2475" b="1">
                <a:solidFill>
                  <a:srgbClr val="104D70"/>
                </a:solidFill>
                <a:latin typeface="Arial"/>
                <a:ea typeface="Arial"/>
                <a:cs typeface="Arial"/>
              </a:rPr>
              <a:t>Daily Scrum</a:t>
            </a:r>
          </a:p>
        </p:txBody>
      </p:sp>
      <p:sp>
        <p:nvSpPr>
          <p:cNvPr id="19" name="Hecho · próximo paso · impedimento">
            <a:extLst xmlns:a="http://schemas.openxmlformats.org/drawingml/2006/main">
              <a:ext uri="{FF2B5EF4-FFF2-40B4-BE49-F238E27FC236}">
                <a16:creationId xmlns:a16="http://schemas.microsoft.com/office/drawing/2014/main" id="{7574A63B-EA23-4552-B784-0A7A48D0E1FE}"/>
              </a:ext>
            </a:extLst>
          </p:cNvPr>
          <p:cNvSpPr>
            <a:spLocks xmlns:a="http://schemas.openxmlformats.org/drawingml/2006/main" noGrp="1"/>
          </p:cNvSpPr>
          <p:nvPr/>
        </p:nvSpPr>
        <p:spPr>
          <a:xfrm xmlns:a="http://schemas.openxmlformats.org/drawingml/2006/main">
            <a:off x="457200" y="4743450"/>
            <a:ext cx="11239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175" b="0">
                <a:solidFill>
                  <a:srgbClr val="153444"/>
                </a:solidFill>
                <a:latin typeface="Arial"/>
                <a:ea typeface="Arial"/>
                <a:cs typeface="Arial"/>
              </a:defRPr>
            </a:defPPr>
            <a:lvl1pPr algn="l">
              <a:defRPr sz="2175" b="0">
                <a:solidFill>
                  <a:srgbClr val="153444"/>
                </a:solidFill>
                <a:latin typeface="Arial"/>
                <a:ea typeface="Arial"/>
                <a:cs typeface="Arial"/>
              </a:defRPr>
            </a:lvl1pPr>
            <a:lvl2pPr algn="l">
              <a:defRPr sz="2175" b="0">
                <a:solidFill>
                  <a:srgbClr val="153444"/>
                </a:solidFill>
                <a:latin typeface="Arial"/>
                <a:ea typeface="Arial"/>
                <a:cs typeface="Arial"/>
              </a:defRPr>
            </a:lvl2pPr>
            <a:lvl3pPr algn="l">
              <a:defRPr sz="2175" b="0">
                <a:solidFill>
                  <a:srgbClr val="153444"/>
                </a:solidFill>
                <a:latin typeface="Arial"/>
                <a:ea typeface="Arial"/>
                <a:cs typeface="Arial"/>
              </a:defRPr>
            </a:lvl3pPr>
            <a:lvl4pPr algn="l">
              <a:defRPr sz="2175" b="0">
                <a:solidFill>
                  <a:srgbClr val="153444"/>
                </a:solidFill>
                <a:latin typeface="Arial"/>
                <a:ea typeface="Arial"/>
                <a:cs typeface="Arial"/>
              </a:defRPr>
            </a:lvl4pPr>
            <a:lvl5pPr algn="l">
              <a:defRPr sz="2175" b="0">
                <a:solidFill>
                  <a:srgbClr val="153444"/>
                </a:solidFill>
                <a:latin typeface="Arial"/>
                <a:ea typeface="Arial"/>
                <a:cs typeface="Arial"/>
              </a:defRPr>
            </a:lvl5pPr>
            <a:lvl6pPr algn="l">
              <a:defRPr sz="2175" b="0">
                <a:solidFill>
                  <a:srgbClr val="153444"/>
                </a:solidFill>
                <a:latin typeface="Arial"/>
                <a:ea typeface="Arial"/>
                <a:cs typeface="Arial"/>
              </a:defRPr>
            </a:lvl6pPr>
            <a:lvl7pPr algn="l">
              <a:defRPr sz="2175" b="0">
                <a:solidFill>
                  <a:srgbClr val="153444"/>
                </a:solidFill>
                <a:latin typeface="Arial"/>
                <a:ea typeface="Arial"/>
                <a:cs typeface="Arial"/>
              </a:defRPr>
            </a:lvl7pPr>
            <a:lvl8pPr algn="l">
              <a:defRPr sz="2175" b="0">
                <a:solidFill>
                  <a:srgbClr val="153444"/>
                </a:solidFill>
                <a:latin typeface="Arial"/>
                <a:ea typeface="Arial"/>
                <a:cs typeface="Arial"/>
              </a:defRPr>
            </a:lvl8pPr>
            <a:lvl9pPr algn="l">
              <a:defRPr sz="2175" b="0">
                <a:solidFill>
                  <a:srgbClr val="153444"/>
                </a:solidFill>
                <a:latin typeface="Arial"/>
                <a:ea typeface="Arial"/>
                <a:cs typeface="Arial"/>
              </a:defRPr>
            </a:lvl9pPr>
          </a:lstStyle>
          <a:p xmlns:a="http://schemas.openxmlformats.org/drawingml/2006/main">
            <a:pPr algn="l">
              <a:buNone/>
              <a:defRPr sz="2175" b="0">
                <a:solidFill>
                  <a:srgbClr val="153444"/>
                </a:solidFill>
                <a:latin typeface="Arial"/>
                <a:ea typeface="Arial"/>
                <a:cs typeface="Arial"/>
              </a:defRPr>
            </a:pPr>
            <a:r>
              <a:rPr sz="2175" b="0">
                <a:solidFill>
                  <a:srgbClr val="153444"/>
                </a:solidFill>
                <a:latin typeface="Arial"/>
                <a:ea typeface="Arial"/>
                <a:cs typeface="Arial"/>
              </a:rPr>
              <a:t>Hecho · próximo paso · impedimento</a:t>
            </a:r>
          </a:p>
        </p:txBody>
      </p:sp>
      <p:sp>
        <p:nvSpPr>
          <p:cNvPr id="20" name="Beneficio para FinBank: decidir antes de segu">
            <a:extLst xmlns:a="http://schemas.openxmlformats.org/drawingml/2006/main">
              <a:ext uri="{FF2B5EF4-FFF2-40B4-BE49-F238E27FC236}">
                <a16:creationId xmlns:a16="http://schemas.microsoft.com/office/drawing/2014/main" id="{2A38A6B9-ED90-4724-AC59-65D3678F686D}"/>
              </a:ext>
            </a:extLst>
          </p:cNvPr>
          <p:cNvSpPr>
            <a:spLocks xmlns:a="http://schemas.openxmlformats.org/drawingml/2006/main" noGrp="1"/>
          </p:cNvSpPr>
          <p:nvPr/>
        </p:nvSpPr>
        <p:spPr>
          <a:xfrm xmlns:a="http://schemas.openxmlformats.org/drawingml/2006/main">
            <a:off x="457200" y="5467350"/>
            <a:ext cx="11239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100" b="1">
                <a:solidFill>
                  <a:srgbClr val="10998D"/>
                </a:solidFill>
                <a:latin typeface="Arial"/>
                <a:ea typeface="Arial"/>
                <a:cs typeface="Arial"/>
              </a:defRPr>
            </a:defPPr>
            <a:lvl1pPr algn="l">
              <a:defRPr sz="2100" b="1">
                <a:solidFill>
                  <a:srgbClr val="10998D"/>
                </a:solidFill>
                <a:latin typeface="Arial"/>
                <a:ea typeface="Arial"/>
                <a:cs typeface="Arial"/>
              </a:defRPr>
            </a:lvl1pPr>
            <a:lvl2pPr algn="l">
              <a:defRPr sz="2100" b="1">
                <a:solidFill>
                  <a:srgbClr val="10998D"/>
                </a:solidFill>
                <a:latin typeface="Arial"/>
                <a:ea typeface="Arial"/>
                <a:cs typeface="Arial"/>
              </a:defRPr>
            </a:lvl2pPr>
            <a:lvl3pPr algn="l">
              <a:defRPr sz="2100" b="1">
                <a:solidFill>
                  <a:srgbClr val="10998D"/>
                </a:solidFill>
                <a:latin typeface="Arial"/>
                <a:ea typeface="Arial"/>
                <a:cs typeface="Arial"/>
              </a:defRPr>
            </a:lvl3pPr>
            <a:lvl4pPr algn="l">
              <a:defRPr sz="2100" b="1">
                <a:solidFill>
                  <a:srgbClr val="10998D"/>
                </a:solidFill>
                <a:latin typeface="Arial"/>
                <a:ea typeface="Arial"/>
                <a:cs typeface="Arial"/>
              </a:defRPr>
            </a:lvl4pPr>
            <a:lvl5pPr algn="l">
              <a:defRPr sz="2100" b="1">
                <a:solidFill>
                  <a:srgbClr val="10998D"/>
                </a:solidFill>
                <a:latin typeface="Arial"/>
                <a:ea typeface="Arial"/>
                <a:cs typeface="Arial"/>
              </a:defRPr>
            </a:lvl5pPr>
            <a:lvl6pPr algn="l">
              <a:defRPr sz="2100" b="1">
                <a:solidFill>
                  <a:srgbClr val="10998D"/>
                </a:solidFill>
                <a:latin typeface="Arial"/>
                <a:ea typeface="Arial"/>
                <a:cs typeface="Arial"/>
              </a:defRPr>
            </a:lvl6pPr>
            <a:lvl7pPr algn="l">
              <a:defRPr sz="2100" b="1">
                <a:solidFill>
                  <a:srgbClr val="10998D"/>
                </a:solidFill>
                <a:latin typeface="Arial"/>
                <a:ea typeface="Arial"/>
                <a:cs typeface="Arial"/>
              </a:defRPr>
            </a:lvl7pPr>
            <a:lvl8pPr algn="l">
              <a:defRPr sz="2100" b="1">
                <a:solidFill>
                  <a:srgbClr val="10998D"/>
                </a:solidFill>
                <a:latin typeface="Arial"/>
                <a:ea typeface="Arial"/>
                <a:cs typeface="Arial"/>
              </a:defRPr>
            </a:lvl8pPr>
            <a:lvl9pPr algn="l">
              <a:defRPr sz="2100" b="1">
                <a:solidFill>
                  <a:srgbClr val="10998D"/>
                </a:solidFill>
                <a:latin typeface="Arial"/>
                <a:ea typeface="Arial"/>
                <a:cs typeface="Arial"/>
              </a:defRPr>
            </a:lvl9pPr>
          </a:lstStyle>
          <a:p xmlns:a="http://schemas.openxmlformats.org/drawingml/2006/main">
            <a:pPr algn="l">
              <a:buNone/>
              <a:defRPr sz="2100" b="1">
                <a:solidFill>
                  <a:srgbClr val="10998D"/>
                </a:solidFill>
                <a:latin typeface="Arial"/>
                <a:ea typeface="Arial"/>
                <a:cs typeface="Arial"/>
              </a:defRPr>
            </a:pPr>
            <a:r>
              <a:rPr sz="2100" b="1">
                <a:solidFill>
                  <a:srgbClr val="10998D"/>
                </a:solidFill>
                <a:latin typeface="Arial"/>
                <a:ea typeface="Arial"/>
                <a:cs typeface="Arial"/>
              </a:rPr>
              <a:t>Beneficio para FinBank: decidir antes de seguir acumulando trabajo bloqueado</a:t>
            </a:r>
          </a:p>
        </p:txBody>
      </p:sp>
    </p:spTree>
    <p:extLst>
      <p:ext uri="{BB962C8B-B14F-4D97-AF65-F5344CB8AC3E}">
        <p14:creationId xmlns:p14="http://schemas.microsoft.com/office/powerpoint/2010/main" val="2025266793"/>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2CAF8B2C-B1E8-460F-A339-5B9B648BDBA0}"/>
              </a:ext>
            </a:extLst>
          </p:cNvPr>
          <p:cNvSpPr>
            <a:spLocks xmlns:a="http://schemas.openxmlformats.org/drawingml/2006/main" noGrp="1"/>
          </p:cNvSpPr>
          <p:nvPr/>
        </p:nvSpPr>
        <p:spPr>
          <a:xfrm xmlns:a="http://schemas.openxmlformats.org/drawingml/2006/main">
            <a:off x="0" y="0"/>
            <a:ext cx="12192000" cy="990600"/>
          </a:xfrm>
          <a:prstGeom xmlns:a="http://schemas.openxmlformats.org/drawingml/2006/main" prst="rect">
            <a:avLst/>
          </a:prstGeom>
          <a:solidFill xmlns:a="http://schemas.openxmlformats.org/drawingml/2006/main">
            <a:srgbClr val="104D70"/>
          </a:solidFill>
          <a:ln xmlns:a="http://schemas.openxmlformats.org/drawingml/2006/main" w="0">
            <a:noFill/>
          </a:ln>
        </p:spPr>
      </p:sp>
      <p:sp>
        <p:nvSpPr>
          <p:cNvPr id="2" name="Las retrospectivas cambian el siguiente sprin">
            <a:extLst xmlns:a="http://schemas.openxmlformats.org/drawingml/2006/main">
              <a:ext uri="{FF2B5EF4-FFF2-40B4-BE49-F238E27FC236}">
                <a16:creationId xmlns:a16="http://schemas.microsoft.com/office/drawing/2014/main" id="{27EA07D7-51AA-41C9-8138-02B7205EAFDB}"/>
              </a:ext>
            </a:extLst>
          </p:cNvPr>
          <p:cNvSpPr>
            <a:spLocks xmlns:a="http://schemas.openxmlformats.org/drawingml/2006/main" noGrp="1"/>
          </p:cNvSpPr>
          <p:nvPr/>
        </p:nvSpPr>
        <p:spPr>
          <a:xfrm xmlns:a="http://schemas.openxmlformats.org/drawingml/2006/main">
            <a:off x="457200" y="276225"/>
            <a:ext cx="11239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850" b="1">
                <a:solidFill>
                  <a:srgbClr val="FFFFFF"/>
                </a:solidFill>
                <a:latin typeface="Arial"/>
                <a:ea typeface="Arial"/>
                <a:cs typeface="Arial"/>
              </a:defRPr>
            </a:defPPr>
            <a:lvl1pPr algn="l">
              <a:defRPr sz="2850" b="1">
                <a:solidFill>
                  <a:srgbClr val="FFFFFF"/>
                </a:solidFill>
                <a:latin typeface="Arial"/>
                <a:ea typeface="Arial"/>
                <a:cs typeface="Arial"/>
              </a:defRPr>
            </a:lvl1pPr>
            <a:lvl2pPr algn="l">
              <a:defRPr sz="2850" b="1">
                <a:solidFill>
                  <a:srgbClr val="FFFFFF"/>
                </a:solidFill>
                <a:latin typeface="Arial"/>
                <a:ea typeface="Arial"/>
                <a:cs typeface="Arial"/>
              </a:defRPr>
            </a:lvl2pPr>
            <a:lvl3pPr algn="l">
              <a:defRPr sz="2850" b="1">
                <a:solidFill>
                  <a:srgbClr val="FFFFFF"/>
                </a:solidFill>
                <a:latin typeface="Arial"/>
                <a:ea typeface="Arial"/>
                <a:cs typeface="Arial"/>
              </a:defRPr>
            </a:lvl3pPr>
            <a:lvl4pPr algn="l">
              <a:defRPr sz="2850" b="1">
                <a:solidFill>
                  <a:srgbClr val="FFFFFF"/>
                </a:solidFill>
                <a:latin typeface="Arial"/>
                <a:ea typeface="Arial"/>
                <a:cs typeface="Arial"/>
              </a:defRPr>
            </a:lvl4pPr>
            <a:lvl5pPr algn="l">
              <a:defRPr sz="2850" b="1">
                <a:solidFill>
                  <a:srgbClr val="FFFFFF"/>
                </a:solidFill>
                <a:latin typeface="Arial"/>
                <a:ea typeface="Arial"/>
                <a:cs typeface="Arial"/>
              </a:defRPr>
            </a:lvl5pPr>
            <a:lvl6pPr algn="l">
              <a:defRPr sz="2850" b="1">
                <a:solidFill>
                  <a:srgbClr val="FFFFFF"/>
                </a:solidFill>
                <a:latin typeface="Arial"/>
                <a:ea typeface="Arial"/>
                <a:cs typeface="Arial"/>
              </a:defRPr>
            </a:lvl6pPr>
            <a:lvl7pPr algn="l">
              <a:defRPr sz="2850" b="1">
                <a:solidFill>
                  <a:srgbClr val="FFFFFF"/>
                </a:solidFill>
                <a:latin typeface="Arial"/>
                <a:ea typeface="Arial"/>
                <a:cs typeface="Arial"/>
              </a:defRPr>
            </a:lvl7pPr>
            <a:lvl8pPr algn="l">
              <a:defRPr sz="2850" b="1">
                <a:solidFill>
                  <a:srgbClr val="FFFFFF"/>
                </a:solidFill>
                <a:latin typeface="Arial"/>
                <a:ea typeface="Arial"/>
                <a:cs typeface="Arial"/>
              </a:defRPr>
            </a:lvl8pPr>
            <a:lvl9pPr algn="l">
              <a:defRPr sz="2850" b="1">
                <a:solidFill>
                  <a:srgbClr val="FFFFFF"/>
                </a:solidFill>
                <a:latin typeface="Arial"/>
                <a:ea typeface="Arial"/>
                <a:cs typeface="Arial"/>
              </a:defRPr>
            </a:lvl9pPr>
          </a:lstStyle>
          <a:p xmlns:a="http://schemas.openxmlformats.org/drawingml/2006/main">
            <a:pPr algn="l">
              <a:buNone/>
              <a:defRPr sz="2850" b="1">
                <a:solidFill>
                  <a:srgbClr val="FFFFFF"/>
                </a:solidFill>
                <a:latin typeface="Arial"/>
                <a:ea typeface="Arial"/>
                <a:cs typeface="Arial"/>
              </a:defRPr>
            </a:pPr>
            <a:r>
              <a:rPr sz="2850" b="1">
                <a:solidFill>
                  <a:srgbClr val="FFFFFF"/>
                </a:solidFill>
                <a:latin typeface="Arial"/>
                <a:ea typeface="Arial"/>
                <a:cs typeface="Arial"/>
              </a:rPr>
              <a:t>Las retrospectivas cambian el siguiente sprint</a:t>
            </a:r>
          </a:p>
        </p:txBody>
      </p:sp>
      <p:sp>
        <p:nvSpPr>
          <p:cNvPr id="3" name="GESTIÓN SIMULADA · ACCIONES CON RESPONSABLE">
            <a:extLst xmlns:a="http://schemas.openxmlformats.org/drawingml/2006/main">
              <a:ext uri="{FF2B5EF4-FFF2-40B4-BE49-F238E27FC236}">
                <a16:creationId xmlns:a16="http://schemas.microsoft.com/office/drawing/2014/main" id="{A75E8170-E298-4EC1-8133-19F7A7C8A3EB}"/>
              </a:ext>
            </a:extLst>
          </p:cNvPr>
          <p:cNvSpPr>
            <a:spLocks xmlns:a="http://schemas.openxmlformats.org/drawingml/2006/main" noGrp="1"/>
          </p:cNvSpPr>
          <p:nvPr/>
        </p:nvSpPr>
        <p:spPr>
          <a:xfrm xmlns:a="http://schemas.openxmlformats.org/drawingml/2006/main">
            <a:off x="457200" y="1200150"/>
            <a:ext cx="11191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125" b="1">
                <a:solidFill>
                  <a:srgbClr val="55707D"/>
                </a:solidFill>
                <a:latin typeface="Arial"/>
                <a:ea typeface="Arial"/>
                <a:cs typeface="Arial"/>
              </a:defRPr>
            </a:defPPr>
            <a:lvl1pPr algn="l">
              <a:defRPr sz="1125" b="1">
                <a:solidFill>
                  <a:srgbClr val="55707D"/>
                </a:solidFill>
                <a:latin typeface="Arial"/>
                <a:ea typeface="Arial"/>
                <a:cs typeface="Arial"/>
              </a:defRPr>
            </a:lvl1pPr>
            <a:lvl2pPr algn="l">
              <a:defRPr sz="1125" b="1">
                <a:solidFill>
                  <a:srgbClr val="55707D"/>
                </a:solidFill>
                <a:latin typeface="Arial"/>
                <a:ea typeface="Arial"/>
                <a:cs typeface="Arial"/>
              </a:defRPr>
            </a:lvl2pPr>
            <a:lvl3pPr algn="l">
              <a:defRPr sz="1125" b="1">
                <a:solidFill>
                  <a:srgbClr val="55707D"/>
                </a:solidFill>
                <a:latin typeface="Arial"/>
                <a:ea typeface="Arial"/>
                <a:cs typeface="Arial"/>
              </a:defRPr>
            </a:lvl3pPr>
            <a:lvl4pPr algn="l">
              <a:defRPr sz="1125" b="1">
                <a:solidFill>
                  <a:srgbClr val="55707D"/>
                </a:solidFill>
                <a:latin typeface="Arial"/>
                <a:ea typeface="Arial"/>
                <a:cs typeface="Arial"/>
              </a:defRPr>
            </a:lvl4pPr>
            <a:lvl5pPr algn="l">
              <a:defRPr sz="1125" b="1">
                <a:solidFill>
                  <a:srgbClr val="55707D"/>
                </a:solidFill>
                <a:latin typeface="Arial"/>
                <a:ea typeface="Arial"/>
                <a:cs typeface="Arial"/>
              </a:defRPr>
            </a:lvl5pPr>
            <a:lvl6pPr algn="l">
              <a:defRPr sz="1125" b="1">
                <a:solidFill>
                  <a:srgbClr val="55707D"/>
                </a:solidFill>
                <a:latin typeface="Arial"/>
                <a:ea typeface="Arial"/>
                <a:cs typeface="Arial"/>
              </a:defRPr>
            </a:lvl6pPr>
            <a:lvl7pPr algn="l">
              <a:defRPr sz="1125" b="1">
                <a:solidFill>
                  <a:srgbClr val="55707D"/>
                </a:solidFill>
                <a:latin typeface="Arial"/>
                <a:ea typeface="Arial"/>
                <a:cs typeface="Arial"/>
              </a:defRPr>
            </a:lvl7pPr>
            <a:lvl8pPr algn="l">
              <a:defRPr sz="1125" b="1">
                <a:solidFill>
                  <a:srgbClr val="55707D"/>
                </a:solidFill>
                <a:latin typeface="Arial"/>
                <a:ea typeface="Arial"/>
                <a:cs typeface="Arial"/>
              </a:defRPr>
            </a:lvl8pPr>
            <a:lvl9pPr algn="l">
              <a:defRPr sz="1125" b="1">
                <a:solidFill>
                  <a:srgbClr val="55707D"/>
                </a:solidFill>
                <a:latin typeface="Arial"/>
                <a:ea typeface="Arial"/>
                <a:cs typeface="Arial"/>
              </a:defRPr>
            </a:lvl9pPr>
          </a:lstStyle>
          <a:p xmlns:a="http://schemas.openxmlformats.org/drawingml/2006/main">
            <a:pPr algn="l">
              <a:buNone/>
              <a:defRPr sz="1125" b="1">
                <a:solidFill>
                  <a:srgbClr val="55707D"/>
                </a:solidFill>
                <a:latin typeface="Arial"/>
                <a:ea typeface="Arial"/>
                <a:cs typeface="Arial"/>
              </a:defRPr>
            </a:pPr>
            <a:r>
              <a:rPr sz="1125" b="1">
                <a:solidFill>
                  <a:srgbClr val="55707D"/>
                </a:solidFill>
                <a:latin typeface="Arial"/>
                <a:ea typeface="Arial"/>
                <a:cs typeface="Arial"/>
              </a:rPr>
              <a:t>GESTIÓN SIMULADA · ACCIONES CON RESPONSABLE</a:t>
            </a:r>
          </a:p>
        </p:txBody>
      </p:sp>
      <p:sp>
        <p:nvSpPr>
          <p:cNvPr id="4" name="">
            <a:extLst xmlns:a="http://schemas.openxmlformats.org/drawingml/2006/main">
              <a:ext uri="{FF2B5EF4-FFF2-40B4-BE49-F238E27FC236}">
                <a16:creationId xmlns:a16="http://schemas.microsoft.com/office/drawing/2014/main" id="{E555895D-E9C3-4976-AD95-0BF111D7DD49}"/>
              </a:ext>
            </a:extLst>
          </p:cNvPr>
          <p:cNvSpPr>
            <a:spLocks xmlns:a="http://schemas.openxmlformats.org/drawingml/2006/main" noGrp="1"/>
          </p:cNvSpPr>
          <p:nvPr/>
        </p:nvSpPr>
        <p:spPr>
          <a:xfrm xmlns:a="http://schemas.openxmlformats.org/drawingml/2006/main">
            <a:off x="0" y="6543675"/>
            <a:ext cx="12192000" cy="314325"/>
          </a:xfrm>
          <a:prstGeom xmlns:a="http://schemas.openxmlformats.org/drawingml/2006/main" prst="rect">
            <a:avLst/>
          </a:prstGeom>
          <a:solidFill xmlns:a="http://schemas.openxmlformats.org/drawingml/2006/main">
            <a:srgbClr val="104D70"/>
          </a:solidFill>
          <a:ln xmlns:a="http://schemas.openxmlformats.org/drawingml/2006/main" w="0">
            <a:noFill/>
          </a:ln>
        </p:spPr>
      </p:sp>
      <p:sp>
        <p:nvSpPr>
          <p:cNvPr id="5" name="DataForge Consulting · FinBank">
            <a:extLst xmlns:a="http://schemas.openxmlformats.org/drawingml/2006/main">
              <a:ext uri="{FF2B5EF4-FFF2-40B4-BE49-F238E27FC236}">
                <a16:creationId xmlns:a16="http://schemas.microsoft.com/office/drawing/2014/main" id="{1BCFD080-FCDF-46D9-9DC1-6AB7D1D23B30}"/>
              </a:ext>
            </a:extLst>
          </p:cNvPr>
          <p:cNvSpPr>
            <a:spLocks xmlns:a="http://schemas.openxmlformats.org/drawingml/2006/main" noGrp="1"/>
          </p:cNvSpPr>
          <p:nvPr/>
        </p:nvSpPr>
        <p:spPr>
          <a:xfrm xmlns:a="http://schemas.openxmlformats.org/drawingml/2006/main">
            <a:off x="457200" y="6619875"/>
            <a:ext cx="5429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050" b="0">
                <a:solidFill>
                  <a:srgbClr val="FFFFFF"/>
                </a:solidFill>
                <a:latin typeface="Arial"/>
                <a:ea typeface="Arial"/>
                <a:cs typeface="Arial"/>
              </a:defRPr>
            </a:defPPr>
            <a:lvl1pPr algn="l">
              <a:defRPr sz="1050" b="0">
                <a:solidFill>
                  <a:srgbClr val="FFFFFF"/>
                </a:solidFill>
                <a:latin typeface="Arial"/>
                <a:ea typeface="Arial"/>
                <a:cs typeface="Arial"/>
              </a:defRPr>
            </a:lvl1pPr>
            <a:lvl2pPr algn="l">
              <a:defRPr sz="1050" b="0">
                <a:solidFill>
                  <a:srgbClr val="FFFFFF"/>
                </a:solidFill>
                <a:latin typeface="Arial"/>
                <a:ea typeface="Arial"/>
                <a:cs typeface="Arial"/>
              </a:defRPr>
            </a:lvl2pPr>
            <a:lvl3pPr algn="l">
              <a:defRPr sz="1050" b="0">
                <a:solidFill>
                  <a:srgbClr val="FFFFFF"/>
                </a:solidFill>
                <a:latin typeface="Arial"/>
                <a:ea typeface="Arial"/>
                <a:cs typeface="Arial"/>
              </a:defRPr>
            </a:lvl3pPr>
            <a:lvl4pPr algn="l">
              <a:defRPr sz="1050" b="0">
                <a:solidFill>
                  <a:srgbClr val="FFFFFF"/>
                </a:solidFill>
                <a:latin typeface="Arial"/>
                <a:ea typeface="Arial"/>
                <a:cs typeface="Arial"/>
              </a:defRPr>
            </a:lvl4pPr>
            <a:lvl5pPr algn="l">
              <a:defRPr sz="1050" b="0">
                <a:solidFill>
                  <a:srgbClr val="FFFFFF"/>
                </a:solidFill>
                <a:latin typeface="Arial"/>
                <a:ea typeface="Arial"/>
                <a:cs typeface="Arial"/>
              </a:defRPr>
            </a:lvl5pPr>
            <a:lvl6pPr algn="l">
              <a:defRPr sz="1050" b="0">
                <a:solidFill>
                  <a:srgbClr val="FFFFFF"/>
                </a:solidFill>
                <a:latin typeface="Arial"/>
                <a:ea typeface="Arial"/>
                <a:cs typeface="Arial"/>
              </a:defRPr>
            </a:lvl6pPr>
            <a:lvl7pPr algn="l">
              <a:defRPr sz="1050" b="0">
                <a:solidFill>
                  <a:srgbClr val="FFFFFF"/>
                </a:solidFill>
                <a:latin typeface="Arial"/>
                <a:ea typeface="Arial"/>
                <a:cs typeface="Arial"/>
              </a:defRPr>
            </a:lvl7pPr>
            <a:lvl8pPr algn="l">
              <a:defRPr sz="1050" b="0">
                <a:solidFill>
                  <a:srgbClr val="FFFFFF"/>
                </a:solidFill>
                <a:latin typeface="Arial"/>
                <a:ea typeface="Arial"/>
                <a:cs typeface="Arial"/>
              </a:defRPr>
            </a:lvl8pPr>
            <a:lvl9pPr algn="l">
              <a:defRPr sz="1050" b="0">
                <a:solidFill>
                  <a:srgbClr val="FFFFFF"/>
                </a:solidFill>
                <a:latin typeface="Arial"/>
                <a:ea typeface="Arial"/>
                <a:cs typeface="Arial"/>
              </a:defRPr>
            </a:lvl9pPr>
          </a:lstStyle>
          <a:p xmlns:a="http://schemas.openxmlformats.org/drawingml/2006/main">
            <a:pPr algn="l">
              <a:buNone/>
              <a:defRPr sz="1050" b="0">
                <a:solidFill>
                  <a:srgbClr val="FFFFFF"/>
                </a:solidFill>
                <a:latin typeface="Arial"/>
                <a:ea typeface="Arial"/>
                <a:cs typeface="Arial"/>
              </a:defRPr>
            </a:pPr>
            <a:r>
              <a:rPr sz="1050" b="0">
                <a:solidFill>
                  <a:srgbClr val="FFFFFF"/>
                </a:solidFill>
                <a:latin typeface="Arial"/>
                <a:ea typeface="Arial"/>
                <a:cs typeface="Arial"/>
              </a:rPr>
              <a:t>DataForge Consulting · FinBank</a:t>
            </a:r>
          </a:p>
        </p:txBody>
      </p:sp>
      <p:sp>
        <p:nvSpPr>
          <p:cNvPr id="6" name="Oscar Merino  |  12">
            <a:extLst xmlns:a="http://schemas.openxmlformats.org/drawingml/2006/main">
              <a:ext uri="{FF2B5EF4-FFF2-40B4-BE49-F238E27FC236}">
                <a16:creationId xmlns:a16="http://schemas.microsoft.com/office/drawing/2014/main" id="{08E72E78-3021-4490-9C01-2350947D20E6}"/>
              </a:ext>
            </a:extLst>
          </p:cNvPr>
          <p:cNvSpPr>
            <a:spLocks xmlns:a="http://schemas.openxmlformats.org/drawingml/2006/main" noGrp="1"/>
          </p:cNvSpPr>
          <p:nvPr/>
        </p:nvSpPr>
        <p:spPr>
          <a:xfrm xmlns:a="http://schemas.openxmlformats.org/drawingml/2006/main">
            <a:off x="7048500" y="6619875"/>
            <a:ext cx="466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r">
              <a:defRPr sz="1050" b="0">
                <a:solidFill>
                  <a:srgbClr val="FFFFFF"/>
                </a:solidFill>
                <a:latin typeface="Arial"/>
                <a:ea typeface="Arial"/>
                <a:cs typeface="Arial"/>
              </a:defRPr>
            </a:defPPr>
            <a:lvl1pPr algn="r">
              <a:defRPr sz="1050" b="0">
                <a:solidFill>
                  <a:srgbClr val="FFFFFF"/>
                </a:solidFill>
                <a:latin typeface="Arial"/>
                <a:ea typeface="Arial"/>
                <a:cs typeface="Arial"/>
              </a:defRPr>
            </a:lvl1pPr>
            <a:lvl2pPr algn="r">
              <a:defRPr sz="1050" b="0">
                <a:solidFill>
                  <a:srgbClr val="FFFFFF"/>
                </a:solidFill>
                <a:latin typeface="Arial"/>
                <a:ea typeface="Arial"/>
                <a:cs typeface="Arial"/>
              </a:defRPr>
            </a:lvl2pPr>
            <a:lvl3pPr algn="r">
              <a:defRPr sz="1050" b="0">
                <a:solidFill>
                  <a:srgbClr val="FFFFFF"/>
                </a:solidFill>
                <a:latin typeface="Arial"/>
                <a:ea typeface="Arial"/>
                <a:cs typeface="Arial"/>
              </a:defRPr>
            </a:lvl3pPr>
            <a:lvl4pPr algn="r">
              <a:defRPr sz="1050" b="0">
                <a:solidFill>
                  <a:srgbClr val="FFFFFF"/>
                </a:solidFill>
                <a:latin typeface="Arial"/>
                <a:ea typeface="Arial"/>
                <a:cs typeface="Arial"/>
              </a:defRPr>
            </a:lvl4pPr>
            <a:lvl5pPr algn="r">
              <a:defRPr sz="1050" b="0">
                <a:solidFill>
                  <a:srgbClr val="FFFFFF"/>
                </a:solidFill>
                <a:latin typeface="Arial"/>
                <a:ea typeface="Arial"/>
                <a:cs typeface="Arial"/>
              </a:defRPr>
            </a:lvl5pPr>
            <a:lvl6pPr algn="r">
              <a:defRPr sz="1050" b="0">
                <a:solidFill>
                  <a:srgbClr val="FFFFFF"/>
                </a:solidFill>
                <a:latin typeface="Arial"/>
                <a:ea typeface="Arial"/>
                <a:cs typeface="Arial"/>
              </a:defRPr>
            </a:lvl6pPr>
            <a:lvl7pPr algn="r">
              <a:defRPr sz="1050" b="0">
                <a:solidFill>
                  <a:srgbClr val="FFFFFF"/>
                </a:solidFill>
                <a:latin typeface="Arial"/>
                <a:ea typeface="Arial"/>
                <a:cs typeface="Arial"/>
              </a:defRPr>
            </a:lvl7pPr>
            <a:lvl8pPr algn="r">
              <a:defRPr sz="1050" b="0">
                <a:solidFill>
                  <a:srgbClr val="FFFFFF"/>
                </a:solidFill>
                <a:latin typeface="Arial"/>
                <a:ea typeface="Arial"/>
                <a:cs typeface="Arial"/>
              </a:defRPr>
            </a:lvl8pPr>
            <a:lvl9pPr algn="r">
              <a:defRPr sz="1050" b="0">
                <a:solidFill>
                  <a:srgbClr val="FFFFFF"/>
                </a:solidFill>
                <a:latin typeface="Arial"/>
                <a:ea typeface="Arial"/>
                <a:cs typeface="Arial"/>
              </a:defRPr>
            </a:lvl9pPr>
          </a:lstStyle>
          <a:p xmlns:a="http://schemas.openxmlformats.org/drawingml/2006/main">
            <a:pPr algn="r">
              <a:buNone/>
              <a:defRPr sz="1050" b="0">
                <a:solidFill>
                  <a:srgbClr val="FFFFFF"/>
                </a:solidFill>
                <a:latin typeface="Arial"/>
                <a:ea typeface="Arial"/>
                <a:cs typeface="Arial"/>
              </a:defRPr>
            </a:pPr>
            <a:r>
              <a:rPr sz="1050" b="0">
                <a:solidFill>
                  <a:srgbClr val="FFFFFF"/>
                </a:solidFill>
                <a:latin typeface="Arial"/>
                <a:ea typeface="Arial"/>
                <a:cs typeface="Arial"/>
              </a:rPr>
              <a:t>Oscar Merino  |  12</a:t>
            </a:r>
          </a:p>
        </p:txBody>
      </p:sp>
      <p:sp>
        <p:nvSpPr>
          <p:cNvPr id="7" name="Después de S1">
            <a:extLst xmlns:a="http://schemas.openxmlformats.org/drawingml/2006/main">
              <a:ext uri="{FF2B5EF4-FFF2-40B4-BE49-F238E27FC236}">
                <a16:creationId xmlns:a16="http://schemas.microsoft.com/office/drawing/2014/main" id="{D2D24F11-D6E9-40DD-A935-FDF7939C5D9B}"/>
              </a:ext>
            </a:extLst>
          </p:cNvPr>
          <p:cNvSpPr>
            <a:spLocks xmlns:a="http://schemas.openxmlformats.org/drawingml/2006/main" noGrp="1"/>
          </p:cNvSpPr>
          <p:nvPr/>
        </p:nvSpPr>
        <p:spPr>
          <a:xfrm xmlns:a="http://schemas.openxmlformats.org/drawingml/2006/main">
            <a:off x="457200" y="1857375"/>
            <a:ext cx="5048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550" b="1">
                <a:solidFill>
                  <a:srgbClr val="104D70"/>
                </a:solidFill>
                <a:latin typeface="Arial"/>
                <a:ea typeface="Arial"/>
                <a:cs typeface="Arial"/>
              </a:defRPr>
            </a:defPPr>
            <a:lvl1pPr algn="l">
              <a:defRPr sz="2550" b="1">
                <a:solidFill>
                  <a:srgbClr val="104D70"/>
                </a:solidFill>
                <a:latin typeface="Arial"/>
                <a:ea typeface="Arial"/>
                <a:cs typeface="Arial"/>
              </a:defRPr>
            </a:lvl1pPr>
            <a:lvl2pPr algn="l">
              <a:defRPr sz="2550" b="1">
                <a:solidFill>
                  <a:srgbClr val="104D70"/>
                </a:solidFill>
                <a:latin typeface="Arial"/>
                <a:ea typeface="Arial"/>
                <a:cs typeface="Arial"/>
              </a:defRPr>
            </a:lvl2pPr>
            <a:lvl3pPr algn="l">
              <a:defRPr sz="2550" b="1">
                <a:solidFill>
                  <a:srgbClr val="104D70"/>
                </a:solidFill>
                <a:latin typeface="Arial"/>
                <a:ea typeface="Arial"/>
                <a:cs typeface="Arial"/>
              </a:defRPr>
            </a:lvl3pPr>
            <a:lvl4pPr algn="l">
              <a:defRPr sz="2550" b="1">
                <a:solidFill>
                  <a:srgbClr val="104D70"/>
                </a:solidFill>
                <a:latin typeface="Arial"/>
                <a:ea typeface="Arial"/>
                <a:cs typeface="Arial"/>
              </a:defRPr>
            </a:lvl4pPr>
            <a:lvl5pPr algn="l">
              <a:defRPr sz="2550" b="1">
                <a:solidFill>
                  <a:srgbClr val="104D70"/>
                </a:solidFill>
                <a:latin typeface="Arial"/>
                <a:ea typeface="Arial"/>
                <a:cs typeface="Arial"/>
              </a:defRPr>
            </a:lvl5pPr>
            <a:lvl6pPr algn="l">
              <a:defRPr sz="2550" b="1">
                <a:solidFill>
                  <a:srgbClr val="104D70"/>
                </a:solidFill>
                <a:latin typeface="Arial"/>
                <a:ea typeface="Arial"/>
                <a:cs typeface="Arial"/>
              </a:defRPr>
            </a:lvl6pPr>
            <a:lvl7pPr algn="l">
              <a:defRPr sz="2550" b="1">
                <a:solidFill>
                  <a:srgbClr val="104D70"/>
                </a:solidFill>
                <a:latin typeface="Arial"/>
                <a:ea typeface="Arial"/>
                <a:cs typeface="Arial"/>
              </a:defRPr>
            </a:lvl7pPr>
            <a:lvl8pPr algn="l">
              <a:defRPr sz="2550" b="1">
                <a:solidFill>
                  <a:srgbClr val="104D70"/>
                </a:solidFill>
                <a:latin typeface="Arial"/>
                <a:ea typeface="Arial"/>
                <a:cs typeface="Arial"/>
              </a:defRPr>
            </a:lvl8pPr>
            <a:lvl9pPr algn="l">
              <a:defRPr sz="2550" b="1">
                <a:solidFill>
                  <a:srgbClr val="104D70"/>
                </a:solidFill>
                <a:latin typeface="Arial"/>
                <a:ea typeface="Arial"/>
                <a:cs typeface="Arial"/>
              </a:defRPr>
            </a:lvl9pPr>
          </a:lstStyle>
          <a:p xmlns:a="http://schemas.openxmlformats.org/drawingml/2006/main">
            <a:pPr algn="l">
              <a:buNone/>
              <a:defRPr sz="2550" b="1">
                <a:solidFill>
                  <a:srgbClr val="104D70"/>
                </a:solidFill>
                <a:latin typeface="Arial"/>
                <a:ea typeface="Arial"/>
                <a:cs typeface="Arial"/>
              </a:defRPr>
            </a:pPr>
            <a:r>
              <a:rPr sz="2550" b="1">
                <a:solidFill>
                  <a:srgbClr val="104D70"/>
                </a:solidFill>
                <a:latin typeface="Arial"/>
                <a:ea typeface="Arial"/>
                <a:cs typeface="Arial"/>
              </a:rPr>
              <a:t>Después de S1</a:t>
            </a:r>
          </a:p>
        </p:txBody>
      </p:sp>
      <p:sp>
        <p:nvSpPr>
          <p:cNvPr id="8" name="Centralizar scripts y automatizar pruebas">
            <a:extLst xmlns:a="http://schemas.openxmlformats.org/drawingml/2006/main">
              <a:ext uri="{FF2B5EF4-FFF2-40B4-BE49-F238E27FC236}">
                <a16:creationId xmlns:a16="http://schemas.microsoft.com/office/drawing/2014/main" id="{8661DC1C-4F78-4263-BB63-94AE8EC96D5A}"/>
              </a:ext>
            </a:extLst>
          </p:cNvPr>
          <p:cNvSpPr>
            <a:spLocks xmlns:a="http://schemas.openxmlformats.org/drawingml/2006/main" noGrp="1"/>
          </p:cNvSpPr>
          <p:nvPr/>
        </p:nvSpPr>
        <p:spPr>
          <a:xfrm xmlns:a="http://schemas.openxmlformats.org/drawingml/2006/main">
            <a:off x="457200" y="2571750"/>
            <a:ext cx="4953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400" b="0">
                <a:solidFill>
                  <a:srgbClr val="153444"/>
                </a:solidFill>
                <a:latin typeface="Arial"/>
                <a:ea typeface="Arial"/>
                <a:cs typeface="Arial"/>
              </a:defRPr>
            </a:defPPr>
            <a:lvl1pPr algn="l">
              <a:defRPr sz="2400" b="0">
                <a:solidFill>
                  <a:srgbClr val="153444"/>
                </a:solidFill>
                <a:latin typeface="Arial"/>
                <a:ea typeface="Arial"/>
                <a:cs typeface="Arial"/>
              </a:defRPr>
            </a:lvl1pPr>
            <a:lvl2pPr algn="l">
              <a:defRPr sz="2400" b="0">
                <a:solidFill>
                  <a:srgbClr val="153444"/>
                </a:solidFill>
                <a:latin typeface="Arial"/>
                <a:ea typeface="Arial"/>
                <a:cs typeface="Arial"/>
              </a:defRPr>
            </a:lvl2pPr>
            <a:lvl3pPr algn="l">
              <a:defRPr sz="2400" b="0">
                <a:solidFill>
                  <a:srgbClr val="153444"/>
                </a:solidFill>
                <a:latin typeface="Arial"/>
                <a:ea typeface="Arial"/>
                <a:cs typeface="Arial"/>
              </a:defRPr>
            </a:lvl3pPr>
            <a:lvl4pPr algn="l">
              <a:defRPr sz="2400" b="0">
                <a:solidFill>
                  <a:srgbClr val="153444"/>
                </a:solidFill>
                <a:latin typeface="Arial"/>
                <a:ea typeface="Arial"/>
                <a:cs typeface="Arial"/>
              </a:defRPr>
            </a:lvl4pPr>
            <a:lvl5pPr algn="l">
              <a:defRPr sz="2400" b="0">
                <a:solidFill>
                  <a:srgbClr val="153444"/>
                </a:solidFill>
                <a:latin typeface="Arial"/>
                <a:ea typeface="Arial"/>
                <a:cs typeface="Arial"/>
              </a:defRPr>
            </a:lvl5pPr>
            <a:lvl6pPr algn="l">
              <a:defRPr sz="2400" b="0">
                <a:solidFill>
                  <a:srgbClr val="153444"/>
                </a:solidFill>
                <a:latin typeface="Arial"/>
                <a:ea typeface="Arial"/>
                <a:cs typeface="Arial"/>
              </a:defRPr>
            </a:lvl6pPr>
            <a:lvl7pPr algn="l">
              <a:defRPr sz="2400" b="0">
                <a:solidFill>
                  <a:srgbClr val="153444"/>
                </a:solidFill>
                <a:latin typeface="Arial"/>
                <a:ea typeface="Arial"/>
                <a:cs typeface="Arial"/>
              </a:defRPr>
            </a:lvl7pPr>
            <a:lvl8pPr algn="l">
              <a:defRPr sz="2400" b="0">
                <a:solidFill>
                  <a:srgbClr val="153444"/>
                </a:solidFill>
                <a:latin typeface="Arial"/>
                <a:ea typeface="Arial"/>
                <a:cs typeface="Arial"/>
              </a:defRPr>
            </a:lvl8pPr>
            <a:lvl9pPr algn="l">
              <a:defRPr sz="2400" b="0">
                <a:solidFill>
                  <a:srgbClr val="153444"/>
                </a:solidFill>
                <a:latin typeface="Arial"/>
                <a:ea typeface="Arial"/>
                <a:cs typeface="Arial"/>
              </a:defRPr>
            </a:lvl9pPr>
          </a:lstStyle>
          <a:p xmlns:a="http://schemas.openxmlformats.org/drawingml/2006/main">
            <a:pPr algn="l">
              <a:buNone/>
              <a:defRPr sz="2400" b="0">
                <a:solidFill>
                  <a:srgbClr val="153444"/>
                </a:solidFill>
                <a:latin typeface="Arial"/>
                <a:ea typeface="Arial"/>
                <a:cs typeface="Arial"/>
              </a:defRPr>
            </a:pPr>
            <a:r>
              <a:rPr sz="2400" b="0">
                <a:solidFill>
                  <a:srgbClr val="153444"/>
                </a:solidFill>
                <a:latin typeface="Arial"/>
                <a:ea typeface="Arial"/>
                <a:cs typeface="Arial"/>
              </a:rPr>
              <a:t>Centralizar scripts y automatizar pruebas</a:t>
            </a:r>
          </a:p>
        </p:txBody>
      </p:sp>
      <p:sp>
        <p:nvSpPr>
          <p:cNvPr id="9" name="Oscar · repositorio y CI&#10;Rafael · sesiones de">
            <a:extLst xmlns:a="http://schemas.openxmlformats.org/drawingml/2006/main">
              <a:ext uri="{FF2B5EF4-FFF2-40B4-BE49-F238E27FC236}">
                <a16:creationId xmlns:a16="http://schemas.microsoft.com/office/drawing/2014/main" id="{4F60E0B3-BFB1-4A4C-B772-7AEB191B93E5}"/>
              </a:ext>
            </a:extLst>
          </p:cNvPr>
          <p:cNvSpPr>
            <a:spLocks xmlns:a="http://schemas.openxmlformats.org/drawingml/2006/main" noGrp="1"/>
          </p:cNvSpPr>
          <p:nvPr/>
        </p:nvSpPr>
        <p:spPr>
          <a:xfrm xmlns:a="http://schemas.openxmlformats.org/drawingml/2006/main">
            <a:off x="457200" y="3762375"/>
            <a:ext cx="5048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950" b="1">
                <a:solidFill>
                  <a:srgbClr val="10998D"/>
                </a:solidFill>
                <a:latin typeface="Arial"/>
                <a:ea typeface="Arial"/>
                <a:cs typeface="Arial"/>
              </a:defRPr>
            </a:defPPr>
            <a:lvl1pPr algn="l">
              <a:defRPr sz="1950" b="1">
                <a:solidFill>
                  <a:srgbClr val="10998D"/>
                </a:solidFill>
                <a:latin typeface="Arial"/>
                <a:ea typeface="Arial"/>
                <a:cs typeface="Arial"/>
              </a:defRPr>
            </a:lvl1pPr>
            <a:lvl2pPr algn="l">
              <a:defRPr sz="1950" b="1">
                <a:solidFill>
                  <a:srgbClr val="10998D"/>
                </a:solidFill>
                <a:latin typeface="Arial"/>
                <a:ea typeface="Arial"/>
                <a:cs typeface="Arial"/>
              </a:defRPr>
            </a:lvl2pPr>
            <a:lvl3pPr algn="l">
              <a:defRPr sz="1950" b="1">
                <a:solidFill>
                  <a:srgbClr val="10998D"/>
                </a:solidFill>
                <a:latin typeface="Arial"/>
                <a:ea typeface="Arial"/>
                <a:cs typeface="Arial"/>
              </a:defRPr>
            </a:lvl3pPr>
            <a:lvl4pPr algn="l">
              <a:defRPr sz="1950" b="1">
                <a:solidFill>
                  <a:srgbClr val="10998D"/>
                </a:solidFill>
                <a:latin typeface="Arial"/>
                <a:ea typeface="Arial"/>
                <a:cs typeface="Arial"/>
              </a:defRPr>
            </a:lvl4pPr>
            <a:lvl5pPr algn="l">
              <a:defRPr sz="1950" b="1">
                <a:solidFill>
                  <a:srgbClr val="10998D"/>
                </a:solidFill>
                <a:latin typeface="Arial"/>
                <a:ea typeface="Arial"/>
                <a:cs typeface="Arial"/>
              </a:defRPr>
            </a:lvl5pPr>
            <a:lvl6pPr algn="l">
              <a:defRPr sz="1950" b="1">
                <a:solidFill>
                  <a:srgbClr val="10998D"/>
                </a:solidFill>
                <a:latin typeface="Arial"/>
                <a:ea typeface="Arial"/>
                <a:cs typeface="Arial"/>
              </a:defRPr>
            </a:lvl6pPr>
            <a:lvl7pPr algn="l">
              <a:defRPr sz="1950" b="1">
                <a:solidFill>
                  <a:srgbClr val="10998D"/>
                </a:solidFill>
                <a:latin typeface="Arial"/>
                <a:ea typeface="Arial"/>
                <a:cs typeface="Arial"/>
              </a:defRPr>
            </a:lvl7pPr>
            <a:lvl8pPr algn="l">
              <a:defRPr sz="1950" b="1">
                <a:solidFill>
                  <a:srgbClr val="10998D"/>
                </a:solidFill>
                <a:latin typeface="Arial"/>
                <a:ea typeface="Arial"/>
                <a:cs typeface="Arial"/>
              </a:defRPr>
            </a:lvl8pPr>
            <a:lvl9pPr algn="l">
              <a:defRPr sz="1950" b="1">
                <a:solidFill>
                  <a:srgbClr val="10998D"/>
                </a:solidFill>
                <a:latin typeface="Arial"/>
                <a:ea typeface="Arial"/>
                <a:cs typeface="Arial"/>
              </a:defRPr>
            </a:lvl9pPr>
          </a:lstStyle>
          <a:p xmlns:a="http://schemas.openxmlformats.org/drawingml/2006/main">
            <a:pPr algn="l">
              <a:buNone/>
              <a:defRPr sz="1950" b="1">
                <a:solidFill>
                  <a:srgbClr val="10998D"/>
                </a:solidFill>
                <a:latin typeface="Arial"/>
                <a:ea typeface="Arial"/>
                <a:cs typeface="Arial"/>
              </a:defRPr>
            </a:pPr>
            <a:r>
              <a:rPr sz="1950" b="1">
                <a:solidFill>
                  <a:srgbClr val="10998D"/>
                </a:solidFill>
                <a:latin typeface="Arial"/>
                <a:ea typeface="Arial"/>
                <a:cs typeface="Arial"/>
              </a:rPr>
              <a:t>Oscar · repositorio y CI</a:t>
            </a:r>
          </a:p>
          <a:p xmlns:a="http://schemas.openxmlformats.org/drawingml/2006/main">
            <a:pPr algn="l">
              <a:buNone/>
              <a:defRPr sz="1950" b="1">
                <a:solidFill>
                  <a:srgbClr val="10998D"/>
                </a:solidFill>
                <a:latin typeface="Arial"/>
                <a:ea typeface="Arial"/>
                <a:cs typeface="Arial"/>
              </a:defRPr>
            </a:pPr>
            <a:r>
              <a:rPr sz="1950" b="1">
                <a:solidFill>
                  <a:srgbClr val="10998D"/>
                </a:solidFill>
                <a:latin typeface="Arial"/>
                <a:ea typeface="Arial"/>
                <a:cs typeface="Arial"/>
              </a:rPr>
              <a:t>Rafael · sesiones de pairing</a:t>
            </a:r>
          </a:p>
        </p:txBody>
      </p:sp>
      <p:sp>
        <p:nvSpPr>
          <p:cNvPr id="10" name="Después de S2">
            <a:extLst xmlns:a="http://schemas.openxmlformats.org/drawingml/2006/main">
              <a:ext uri="{FF2B5EF4-FFF2-40B4-BE49-F238E27FC236}">
                <a16:creationId xmlns:a16="http://schemas.microsoft.com/office/drawing/2014/main" id="{3800E675-7153-405D-90FB-6D1FEE9052BE}"/>
              </a:ext>
            </a:extLst>
          </p:cNvPr>
          <p:cNvSpPr>
            <a:spLocks xmlns:a="http://schemas.openxmlformats.org/drawingml/2006/main" noGrp="1"/>
          </p:cNvSpPr>
          <p:nvPr/>
        </p:nvSpPr>
        <p:spPr>
          <a:xfrm xmlns:a="http://schemas.openxmlformats.org/drawingml/2006/main">
            <a:off x="6572250" y="1857375"/>
            <a:ext cx="5048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550" b="1">
                <a:solidFill>
                  <a:srgbClr val="104D70"/>
                </a:solidFill>
                <a:latin typeface="Arial"/>
                <a:ea typeface="Arial"/>
                <a:cs typeface="Arial"/>
              </a:defRPr>
            </a:defPPr>
            <a:lvl1pPr algn="l">
              <a:defRPr sz="2550" b="1">
                <a:solidFill>
                  <a:srgbClr val="104D70"/>
                </a:solidFill>
                <a:latin typeface="Arial"/>
                <a:ea typeface="Arial"/>
                <a:cs typeface="Arial"/>
              </a:defRPr>
            </a:lvl1pPr>
            <a:lvl2pPr algn="l">
              <a:defRPr sz="2550" b="1">
                <a:solidFill>
                  <a:srgbClr val="104D70"/>
                </a:solidFill>
                <a:latin typeface="Arial"/>
                <a:ea typeface="Arial"/>
                <a:cs typeface="Arial"/>
              </a:defRPr>
            </a:lvl2pPr>
            <a:lvl3pPr algn="l">
              <a:defRPr sz="2550" b="1">
                <a:solidFill>
                  <a:srgbClr val="104D70"/>
                </a:solidFill>
                <a:latin typeface="Arial"/>
                <a:ea typeface="Arial"/>
                <a:cs typeface="Arial"/>
              </a:defRPr>
            </a:lvl3pPr>
            <a:lvl4pPr algn="l">
              <a:defRPr sz="2550" b="1">
                <a:solidFill>
                  <a:srgbClr val="104D70"/>
                </a:solidFill>
                <a:latin typeface="Arial"/>
                <a:ea typeface="Arial"/>
                <a:cs typeface="Arial"/>
              </a:defRPr>
            </a:lvl4pPr>
            <a:lvl5pPr algn="l">
              <a:defRPr sz="2550" b="1">
                <a:solidFill>
                  <a:srgbClr val="104D70"/>
                </a:solidFill>
                <a:latin typeface="Arial"/>
                <a:ea typeface="Arial"/>
                <a:cs typeface="Arial"/>
              </a:defRPr>
            </a:lvl5pPr>
            <a:lvl6pPr algn="l">
              <a:defRPr sz="2550" b="1">
                <a:solidFill>
                  <a:srgbClr val="104D70"/>
                </a:solidFill>
                <a:latin typeface="Arial"/>
                <a:ea typeface="Arial"/>
                <a:cs typeface="Arial"/>
              </a:defRPr>
            </a:lvl6pPr>
            <a:lvl7pPr algn="l">
              <a:defRPr sz="2550" b="1">
                <a:solidFill>
                  <a:srgbClr val="104D70"/>
                </a:solidFill>
                <a:latin typeface="Arial"/>
                <a:ea typeface="Arial"/>
                <a:cs typeface="Arial"/>
              </a:defRPr>
            </a:lvl7pPr>
            <a:lvl8pPr algn="l">
              <a:defRPr sz="2550" b="1">
                <a:solidFill>
                  <a:srgbClr val="104D70"/>
                </a:solidFill>
                <a:latin typeface="Arial"/>
                <a:ea typeface="Arial"/>
                <a:cs typeface="Arial"/>
              </a:defRPr>
            </a:lvl8pPr>
            <a:lvl9pPr algn="l">
              <a:defRPr sz="2550" b="1">
                <a:solidFill>
                  <a:srgbClr val="104D70"/>
                </a:solidFill>
                <a:latin typeface="Arial"/>
                <a:ea typeface="Arial"/>
                <a:cs typeface="Arial"/>
              </a:defRPr>
            </a:lvl9pPr>
          </a:lstStyle>
          <a:p xmlns:a="http://schemas.openxmlformats.org/drawingml/2006/main">
            <a:pPr algn="l">
              <a:buNone/>
              <a:defRPr sz="2550" b="1">
                <a:solidFill>
                  <a:srgbClr val="104D70"/>
                </a:solidFill>
                <a:latin typeface="Arial"/>
                <a:ea typeface="Arial"/>
                <a:cs typeface="Arial"/>
              </a:defRPr>
            </a:pPr>
            <a:r>
              <a:rPr sz="2550" b="1">
                <a:solidFill>
                  <a:srgbClr val="104D70"/>
                </a:solidFill>
                <a:latin typeface="Arial"/>
                <a:ea typeface="Arial"/>
                <a:cs typeface="Arial"/>
              </a:rPr>
              <a:t>Después de S2</a:t>
            </a:r>
          </a:p>
        </p:txBody>
      </p:sp>
      <p:sp>
        <p:nvSpPr>
          <p:cNvPr id="11" name="Verificar dependencias antes de comprometer">
            <a:extLst xmlns:a="http://schemas.openxmlformats.org/drawingml/2006/main">
              <a:ext uri="{FF2B5EF4-FFF2-40B4-BE49-F238E27FC236}">
                <a16:creationId xmlns:a16="http://schemas.microsoft.com/office/drawing/2014/main" id="{7B95C92F-5D77-40B5-925E-D25B58BC4267}"/>
              </a:ext>
            </a:extLst>
          </p:cNvPr>
          <p:cNvSpPr>
            <a:spLocks xmlns:a="http://schemas.openxmlformats.org/drawingml/2006/main" noGrp="1"/>
          </p:cNvSpPr>
          <p:nvPr/>
        </p:nvSpPr>
        <p:spPr>
          <a:xfrm xmlns:a="http://schemas.openxmlformats.org/drawingml/2006/main">
            <a:off x="6572250" y="2571750"/>
            <a:ext cx="4953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400" b="0">
                <a:solidFill>
                  <a:srgbClr val="153444"/>
                </a:solidFill>
                <a:latin typeface="Arial"/>
                <a:ea typeface="Arial"/>
                <a:cs typeface="Arial"/>
              </a:defRPr>
            </a:defPPr>
            <a:lvl1pPr algn="l">
              <a:defRPr sz="2400" b="0">
                <a:solidFill>
                  <a:srgbClr val="153444"/>
                </a:solidFill>
                <a:latin typeface="Arial"/>
                <a:ea typeface="Arial"/>
                <a:cs typeface="Arial"/>
              </a:defRPr>
            </a:lvl1pPr>
            <a:lvl2pPr algn="l">
              <a:defRPr sz="2400" b="0">
                <a:solidFill>
                  <a:srgbClr val="153444"/>
                </a:solidFill>
                <a:latin typeface="Arial"/>
                <a:ea typeface="Arial"/>
                <a:cs typeface="Arial"/>
              </a:defRPr>
            </a:lvl2pPr>
            <a:lvl3pPr algn="l">
              <a:defRPr sz="2400" b="0">
                <a:solidFill>
                  <a:srgbClr val="153444"/>
                </a:solidFill>
                <a:latin typeface="Arial"/>
                <a:ea typeface="Arial"/>
                <a:cs typeface="Arial"/>
              </a:defRPr>
            </a:lvl3pPr>
            <a:lvl4pPr algn="l">
              <a:defRPr sz="2400" b="0">
                <a:solidFill>
                  <a:srgbClr val="153444"/>
                </a:solidFill>
                <a:latin typeface="Arial"/>
                <a:ea typeface="Arial"/>
                <a:cs typeface="Arial"/>
              </a:defRPr>
            </a:lvl4pPr>
            <a:lvl5pPr algn="l">
              <a:defRPr sz="2400" b="0">
                <a:solidFill>
                  <a:srgbClr val="153444"/>
                </a:solidFill>
                <a:latin typeface="Arial"/>
                <a:ea typeface="Arial"/>
                <a:cs typeface="Arial"/>
              </a:defRPr>
            </a:lvl5pPr>
            <a:lvl6pPr algn="l">
              <a:defRPr sz="2400" b="0">
                <a:solidFill>
                  <a:srgbClr val="153444"/>
                </a:solidFill>
                <a:latin typeface="Arial"/>
                <a:ea typeface="Arial"/>
                <a:cs typeface="Arial"/>
              </a:defRPr>
            </a:lvl6pPr>
            <a:lvl7pPr algn="l">
              <a:defRPr sz="2400" b="0">
                <a:solidFill>
                  <a:srgbClr val="153444"/>
                </a:solidFill>
                <a:latin typeface="Arial"/>
                <a:ea typeface="Arial"/>
                <a:cs typeface="Arial"/>
              </a:defRPr>
            </a:lvl7pPr>
            <a:lvl8pPr algn="l">
              <a:defRPr sz="2400" b="0">
                <a:solidFill>
                  <a:srgbClr val="153444"/>
                </a:solidFill>
                <a:latin typeface="Arial"/>
                <a:ea typeface="Arial"/>
                <a:cs typeface="Arial"/>
              </a:defRPr>
            </a:lvl8pPr>
            <a:lvl9pPr algn="l">
              <a:defRPr sz="2400" b="0">
                <a:solidFill>
                  <a:srgbClr val="153444"/>
                </a:solidFill>
                <a:latin typeface="Arial"/>
                <a:ea typeface="Arial"/>
                <a:cs typeface="Arial"/>
              </a:defRPr>
            </a:lvl9pPr>
          </a:lstStyle>
          <a:p xmlns:a="http://schemas.openxmlformats.org/drawingml/2006/main">
            <a:pPr algn="l">
              <a:buNone/>
              <a:defRPr sz="2400" b="0">
                <a:solidFill>
                  <a:srgbClr val="153444"/>
                </a:solidFill>
                <a:latin typeface="Arial"/>
                <a:ea typeface="Arial"/>
                <a:cs typeface="Arial"/>
              </a:defRPr>
            </a:pPr>
            <a:r>
              <a:rPr sz="2400" b="0">
                <a:solidFill>
                  <a:srgbClr val="153444"/>
                </a:solidFill>
                <a:latin typeface="Arial"/>
                <a:ea typeface="Arial"/>
                <a:cs typeface="Arial"/>
              </a:rPr>
              <a:t>Verificar dependencias antes de comprometer</a:t>
            </a:r>
          </a:p>
        </p:txBody>
      </p:sp>
      <p:sp>
        <p:nvSpPr>
          <p:cNvPr id="12" name="Oscar · Definition of Ready&#10;Rafael · prioriza">
            <a:extLst xmlns:a="http://schemas.openxmlformats.org/drawingml/2006/main">
              <a:ext uri="{FF2B5EF4-FFF2-40B4-BE49-F238E27FC236}">
                <a16:creationId xmlns:a16="http://schemas.microsoft.com/office/drawing/2014/main" id="{EC4106DE-3C1F-43A8-92EA-7F1348C92DEC}"/>
              </a:ext>
            </a:extLst>
          </p:cNvPr>
          <p:cNvSpPr>
            <a:spLocks xmlns:a="http://schemas.openxmlformats.org/drawingml/2006/main" noGrp="1"/>
          </p:cNvSpPr>
          <p:nvPr/>
        </p:nvSpPr>
        <p:spPr>
          <a:xfrm xmlns:a="http://schemas.openxmlformats.org/drawingml/2006/main">
            <a:off x="6572250" y="3762375"/>
            <a:ext cx="5048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950" b="1">
                <a:solidFill>
                  <a:srgbClr val="10998D"/>
                </a:solidFill>
                <a:latin typeface="Arial"/>
                <a:ea typeface="Arial"/>
                <a:cs typeface="Arial"/>
              </a:defRPr>
            </a:defPPr>
            <a:lvl1pPr algn="l">
              <a:defRPr sz="1950" b="1">
                <a:solidFill>
                  <a:srgbClr val="10998D"/>
                </a:solidFill>
                <a:latin typeface="Arial"/>
                <a:ea typeface="Arial"/>
                <a:cs typeface="Arial"/>
              </a:defRPr>
            </a:lvl1pPr>
            <a:lvl2pPr algn="l">
              <a:defRPr sz="1950" b="1">
                <a:solidFill>
                  <a:srgbClr val="10998D"/>
                </a:solidFill>
                <a:latin typeface="Arial"/>
                <a:ea typeface="Arial"/>
                <a:cs typeface="Arial"/>
              </a:defRPr>
            </a:lvl2pPr>
            <a:lvl3pPr algn="l">
              <a:defRPr sz="1950" b="1">
                <a:solidFill>
                  <a:srgbClr val="10998D"/>
                </a:solidFill>
                <a:latin typeface="Arial"/>
                <a:ea typeface="Arial"/>
                <a:cs typeface="Arial"/>
              </a:defRPr>
            </a:lvl3pPr>
            <a:lvl4pPr algn="l">
              <a:defRPr sz="1950" b="1">
                <a:solidFill>
                  <a:srgbClr val="10998D"/>
                </a:solidFill>
                <a:latin typeface="Arial"/>
                <a:ea typeface="Arial"/>
                <a:cs typeface="Arial"/>
              </a:defRPr>
            </a:lvl4pPr>
            <a:lvl5pPr algn="l">
              <a:defRPr sz="1950" b="1">
                <a:solidFill>
                  <a:srgbClr val="10998D"/>
                </a:solidFill>
                <a:latin typeface="Arial"/>
                <a:ea typeface="Arial"/>
                <a:cs typeface="Arial"/>
              </a:defRPr>
            </a:lvl5pPr>
            <a:lvl6pPr algn="l">
              <a:defRPr sz="1950" b="1">
                <a:solidFill>
                  <a:srgbClr val="10998D"/>
                </a:solidFill>
                <a:latin typeface="Arial"/>
                <a:ea typeface="Arial"/>
                <a:cs typeface="Arial"/>
              </a:defRPr>
            </a:lvl6pPr>
            <a:lvl7pPr algn="l">
              <a:defRPr sz="1950" b="1">
                <a:solidFill>
                  <a:srgbClr val="10998D"/>
                </a:solidFill>
                <a:latin typeface="Arial"/>
                <a:ea typeface="Arial"/>
                <a:cs typeface="Arial"/>
              </a:defRPr>
            </a:lvl7pPr>
            <a:lvl8pPr algn="l">
              <a:defRPr sz="1950" b="1">
                <a:solidFill>
                  <a:srgbClr val="10998D"/>
                </a:solidFill>
                <a:latin typeface="Arial"/>
                <a:ea typeface="Arial"/>
                <a:cs typeface="Arial"/>
              </a:defRPr>
            </a:lvl8pPr>
            <a:lvl9pPr algn="l">
              <a:defRPr sz="1950" b="1">
                <a:solidFill>
                  <a:srgbClr val="10998D"/>
                </a:solidFill>
                <a:latin typeface="Arial"/>
                <a:ea typeface="Arial"/>
                <a:cs typeface="Arial"/>
              </a:defRPr>
            </a:lvl9pPr>
          </a:lstStyle>
          <a:p xmlns:a="http://schemas.openxmlformats.org/drawingml/2006/main">
            <a:pPr algn="l">
              <a:buNone/>
              <a:defRPr sz="1950" b="1">
                <a:solidFill>
                  <a:srgbClr val="10998D"/>
                </a:solidFill>
                <a:latin typeface="Arial"/>
                <a:ea typeface="Arial"/>
                <a:cs typeface="Arial"/>
              </a:defRPr>
            </a:pPr>
            <a:r>
              <a:rPr sz="1950" b="1">
                <a:solidFill>
                  <a:srgbClr val="10998D"/>
                </a:solidFill>
                <a:latin typeface="Arial"/>
                <a:ea typeface="Arial"/>
                <a:cs typeface="Arial"/>
              </a:rPr>
              <a:t>Oscar · Definition of Ready</a:t>
            </a:r>
          </a:p>
          <a:p xmlns:a="http://schemas.openxmlformats.org/drawingml/2006/main">
            <a:pPr algn="l">
              <a:buNone/>
              <a:defRPr sz="1950" b="1">
                <a:solidFill>
                  <a:srgbClr val="10998D"/>
                </a:solidFill>
                <a:latin typeface="Arial"/>
                <a:ea typeface="Arial"/>
                <a:cs typeface="Arial"/>
              </a:defRPr>
            </a:pPr>
            <a:r>
              <a:rPr sz="1950" b="1">
                <a:solidFill>
                  <a:srgbClr val="10998D"/>
                </a:solidFill>
                <a:latin typeface="Arial"/>
                <a:ea typeface="Arial"/>
                <a:cs typeface="Arial"/>
              </a:rPr>
              <a:t>Rafael · priorizar según capacidad</a:t>
            </a:r>
          </a:p>
        </p:txBody>
      </p:sp>
      <p:sp>
        <p:nvSpPr>
          <p:cNvPr id="13" name="Dejar: prometer trabajo sin acceso a datos. C">
            <a:extLst xmlns:a="http://schemas.openxmlformats.org/drawingml/2006/main">
              <a:ext uri="{FF2B5EF4-FFF2-40B4-BE49-F238E27FC236}">
                <a16:creationId xmlns:a16="http://schemas.microsoft.com/office/drawing/2014/main" id="{D7ACFF52-9188-46BA-BFC3-8ED14257E5E4}"/>
              </a:ext>
            </a:extLst>
          </p:cNvPr>
          <p:cNvSpPr>
            <a:spLocks xmlns:a="http://schemas.openxmlformats.org/drawingml/2006/main" noGrp="1"/>
          </p:cNvSpPr>
          <p:nvPr/>
        </p:nvSpPr>
        <p:spPr>
          <a:xfrm xmlns:a="http://schemas.openxmlformats.org/drawingml/2006/main">
            <a:off x="457200" y="5353050"/>
            <a:ext cx="11049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100" b="0">
                <a:solidFill>
                  <a:srgbClr val="153444"/>
                </a:solidFill>
                <a:latin typeface="Arial"/>
                <a:ea typeface="Arial"/>
                <a:cs typeface="Arial"/>
              </a:defRPr>
            </a:defPPr>
            <a:lvl1pPr algn="l">
              <a:defRPr sz="2100" b="0">
                <a:solidFill>
                  <a:srgbClr val="153444"/>
                </a:solidFill>
                <a:latin typeface="Arial"/>
                <a:ea typeface="Arial"/>
                <a:cs typeface="Arial"/>
              </a:defRPr>
            </a:lvl1pPr>
            <a:lvl2pPr algn="l">
              <a:defRPr sz="2100" b="0">
                <a:solidFill>
                  <a:srgbClr val="153444"/>
                </a:solidFill>
                <a:latin typeface="Arial"/>
                <a:ea typeface="Arial"/>
                <a:cs typeface="Arial"/>
              </a:defRPr>
            </a:lvl2pPr>
            <a:lvl3pPr algn="l">
              <a:defRPr sz="2100" b="0">
                <a:solidFill>
                  <a:srgbClr val="153444"/>
                </a:solidFill>
                <a:latin typeface="Arial"/>
                <a:ea typeface="Arial"/>
                <a:cs typeface="Arial"/>
              </a:defRPr>
            </a:lvl3pPr>
            <a:lvl4pPr algn="l">
              <a:defRPr sz="2100" b="0">
                <a:solidFill>
                  <a:srgbClr val="153444"/>
                </a:solidFill>
                <a:latin typeface="Arial"/>
                <a:ea typeface="Arial"/>
                <a:cs typeface="Arial"/>
              </a:defRPr>
            </a:lvl4pPr>
            <a:lvl5pPr algn="l">
              <a:defRPr sz="2100" b="0">
                <a:solidFill>
                  <a:srgbClr val="153444"/>
                </a:solidFill>
                <a:latin typeface="Arial"/>
                <a:ea typeface="Arial"/>
                <a:cs typeface="Arial"/>
              </a:defRPr>
            </a:lvl5pPr>
            <a:lvl6pPr algn="l">
              <a:defRPr sz="2100" b="0">
                <a:solidFill>
                  <a:srgbClr val="153444"/>
                </a:solidFill>
                <a:latin typeface="Arial"/>
                <a:ea typeface="Arial"/>
                <a:cs typeface="Arial"/>
              </a:defRPr>
            </a:lvl6pPr>
            <a:lvl7pPr algn="l">
              <a:defRPr sz="2100" b="0">
                <a:solidFill>
                  <a:srgbClr val="153444"/>
                </a:solidFill>
                <a:latin typeface="Arial"/>
                <a:ea typeface="Arial"/>
                <a:cs typeface="Arial"/>
              </a:defRPr>
            </a:lvl7pPr>
            <a:lvl8pPr algn="l">
              <a:defRPr sz="2100" b="0">
                <a:solidFill>
                  <a:srgbClr val="153444"/>
                </a:solidFill>
                <a:latin typeface="Arial"/>
                <a:ea typeface="Arial"/>
                <a:cs typeface="Arial"/>
              </a:defRPr>
            </a:lvl8pPr>
            <a:lvl9pPr algn="l">
              <a:defRPr sz="2100" b="0">
                <a:solidFill>
                  <a:srgbClr val="153444"/>
                </a:solidFill>
                <a:latin typeface="Arial"/>
                <a:ea typeface="Arial"/>
                <a:cs typeface="Arial"/>
              </a:defRPr>
            </a:lvl9pPr>
          </a:lstStyle>
          <a:p xmlns:a="http://schemas.openxmlformats.org/drawingml/2006/main">
            <a:pPr algn="l">
              <a:buNone/>
              <a:defRPr sz="2100" b="0">
                <a:solidFill>
                  <a:srgbClr val="153444"/>
                </a:solidFill>
                <a:latin typeface="Arial"/>
                <a:ea typeface="Arial"/>
                <a:cs typeface="Arial"/>
              </a:defRPr>
            </a:pPr>
            <a:r>
              <a:rPr sz="2100" b="0">
                <a:solidFill>
                  <a:srgbClr val="153444"/>
                </a:solidFill>
                <a:latin typeface="Arial"/>
                <a:ea typeface="Arial"/>
                <a:cs typeface="Arial"/>
              </a:rPr>
              <a:t>Dejar: prometer trabajo sin acceso a datos. Continuar: pruebas, coautoría y revisión.</a:t>
            </a:r>
          </a:p>
        </p:txBody>
      </p:sp>
      <p:sp>
        <p:nvSpPr>
          <p:cNvPr id="14" name="Las acciones se verifican en el siguiente Pla">
            <a:extLst xmlns:a="http://schemas.openxmlformats.org/drawingml/2006/main">
              <a:ext uri="{FF2B5EF4-FFF2-40B4-BE49-F238E27FC236}">
                <a16:creationId xmlns:a16="http://schemas.microsoft.com/office/drawing/2014/main" id="{8BC226D9-1EDC-41F0-A522-3DF5B3309925}"/>
              </a:ext>
            </a:extLst>
          </p:cNvPr>
          <p:cNvSpPr>
            <a:spLocks xmlns:a="http://schemas.openxmlformats.org/drawingml/2006/main" noGrp="1"/>
          </p:cNvSpPr>
          <p:nvPr/>
        </p:nvSpPr>
        <p:spPr>
          <a:xfrm xmlns:a="http://schemas.openxmlformats.org/drawingml/2006/main">
            <a:off x="457200" y="6191250"/>
            <a:ext cx="11277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125" b="0">
                <a:solidFill>
                  <a:srgbClr val="55707D"/>
                </a:solidFill>
                <a:latin typeface="Arial"/>
                <a:ea typeface="Arial"/>
                <a:cs typeface="Arial"/>
              </a:defRPr>
            </a:defPPr>
            <a:lvl1pPr algn="l">
              <a:defRPr sz="1125" b="0">
                <a:solidFill>
                  <a:srgbClr val="55707D"/>
                </a:solidFill>
                <a:latin typeface="Arial"/>
                <a:ea typeface="Arial"/>
                <a:cs typeface="Arial"/>
              </a:defRPr>
            </a:lvl1pPr>
            <a:lvl2pPr algn="l">
              <a:defRPr sz="1125" b="0">
                <a:solidFill>
                  <a:srgbClr val="55707D"/>
                </a:solidFill>
                <a:latin typeface="Arial"/>
                <a:ea typeface="Arial"/>
                <a:cs typeface="Arial"/>
              </a:defRPr>
            </a:lvl2pPr>
            <a:lvl3pPr algn="l">
              <a:defRPr sz="1125" b="0">
                <a:solidFill>
                  <a:srgbClr val="55707D"/>
                </a:solidFill>
                <a:latin typeface="Arial"/>
                <a:ea typeface="Arial"/>
                <a:cs typeface="Arial"/>
              </a:defRPr>
            </a:lvl3pPr>
            <a:lvl4pPr algn="l">
              <a:defRPr sz="1125" b="0">
                <a:solidFill>
                  <a:srgbClr val="55707D"/>
                </a:solidFill>
                <a:latin typeface="Arial"/>
                <a:ea typeface="Arial"/>
                <a:cs typeface="Arial"/>
              </a:defRPr>
            </a:lvl4pPr>
            <a:lvl5pPr algn="l">
              <a:defRPr sz="1125" b="0">
                <a:solidFill>
                  <a:srgbClr val="55707D"/>
                </a:solidFill>
                <a:latin typeface="Arial"/>
                <a:ea typeface="Arial"/>
                <a:cs typeface="Arial"/>
              </a:defRPr>
            </a:lvl5pPr>
            <a:lvl6pPr algn="l">
              <a:defRPr sz="1125" b="0">
                <a:solidFill>
                  <a:srgbClr val="55707D"/>
                </a:solidFill>
                <a:latin typeface="Arial"/>
                <a:ea typeface="Arial"/>
                <a:cs typeface="Arial"/>
              </a:defRPr>
            </a:lvl6pPr>
            <a:lvl7pPr algn="l">
              <a:defRPr sz="1125" b="0">
                <a:solidFill>
                  <a:srgbClr val="55707D"/>
                </a:solidFill>
                <a:latin typeface="Arial"/>
                <a:ea typeface="Arial"/>
                <a:cs typeface="Arial"/>
              </a:defRPr>
            </a:lvl7pPr>
            <a:lvl8pPr algn="l">
              <a:defRPr sz="1125" b="0">
                <a:solidFill>
                  <a:srgbClr val="55707D"/>
                </a:solidFill>
                <a:latin typeface="Arial"/>
                <a:ea typeface="Arial"/>
                <a:cs typeface="Arial"/>
              </a:defRPr>
            </a:lvl8pPr>
            <a:lvl9pPr algn="l">
              <a:defRPr sz="1125" b="0">
                <a:solidFill>
                  <a:srgbClr val="55707D"/>
                </a:solidFill>
                <a:latin typeface="Arial"/>
                <a:ea typeface="Arial"/>
                <a:cs typeface="Arial"/>
              </a:defRPr>
            </a:lvl9pPr>
          </a:lstStyle>
          <a:p xmlns:a="http://schemas.openxmlformats.org/drawingml/2006/main">
            <a:pPr algn="l">
              <a:buNone/>
              <a:defRPr sz="1125" b="0">
                <a:solidFill>
                  <a:srgbClr val="55707D"/>
                </a:solidFill>
                <a:latin typeface="Arial"/>
                <a:ea typeface="Arial"/>
                <a:cs typeface="Arial"/>
              </a:defRPr>
            </a:pPr>
            <a:r>
              <a:rPr sz="1125" b="0">
                <a:solidFill>
                  <a:srgbClr val="55707D"/>
                </a:solidFill>
                <a:latin typeface="Arial"/>
                <a:ea typeface="Arial"/>
                <a:cs typeface="Arial"/>
              </a:rPr>
              <a:t>Responsables y verificación por evento en docs/DAILY_RETROSPECTIVES.md.</a:t>
            </a:r>
          </a:p>
        </p:txBody>
      </p:sp>
    </p:spTree>
    <p:extLst>
      <p:ext uri="{BB962C8B-B14F-4D97-AF65-F5344CB8AC3E}">
        <p14:creationId xmlns:p14="http://schemas.microsoft.com/office/powerpoint/2010/main" val="1893253110"/>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7AB143CD-4925-4D1B-8825-62C8F68B986E}"/>
              </a:ext>
            </a:extLst>
          </p:cNvPr>
          <p:cNvSpPr>
            <a:spLocks xmlns:a="http://schemas.openxmlformats.org/drawingml/2006/main" noGrp="1"/>
          </p:cNvSpPr>
          <p:nvPr/>
        </p:nvSpPr>
        <p:spPr>
          <a:xfrm xmlns:a="http://schemas.openxmlformats.org/drawingml/2006/main">
            <a:off x="0" y="0"/>
            <a:ext cx="12192000" cy="990600"/>
          </a:xfrm>
          <a:prstGeom xmlns:a="http://schemas.openxmlformats.org/drawingml/2006/main" prst="rect">
            <a:avLst/>
          </a:prstGeom>
          <a:solidFill xmlns:a="http://schemas.openxmlformats.org/drawingml/2006/main">
            <a:srgbClr val="104D70"/>
          </a:solidFill>
          <a:ln xmlns:a="http://schemas.openxmlformats.org/drawingml/2006/main" w="0">
            <a:noFill/>
          </a:ln>
        </p:spPr>
      </p:sp>
      <p:sp>
        <p:nvSpPr>
          <p:cNvPr id="2" name="La Definition of Done aún exige cerrar la int">
            <a:extLst xmlns:a="http://schemas.openxmlformats.org/drawingml/2006/main">
              <a:ext uri="{FF2B5EF4-FFF2-40B4-BE49-F238E27FC236}">
                <a16:creationId xmlns:a16="http://schemas.microsoft.com/office/drawing/2014/main" id="{5A5111EF-9EC6-4592-872A-1EBDCACD6F0B}"/>
              </a:ext>
            </a:extLst>
          </p:cNvPr>
          <p:cNvSpPr>
            <a:spLocks xmlns:a="http://schemas.openxmlformats.org/drawingml/2006/main" noGrp="1"/>
          </p:cNvSpPr>
          <p:nvPr/>
        </p:nvSpPr>
        <p:spPr>
          <a:xfrm xmlns:a="http://schemas.openxmlformats.org/drawingml/2006/main">
            <a:off x="457200" y="276225"/>
            <a:ext cx="11239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850" b="1">
                <a:solidFill>
                  <a:srgbClr val="FFFFFF"/>
                </a:solidFill>
                <a:latin typeface="Arial"/>
                <a:ea typeface="Arial"/>
                <a:cs typeface="Arial"/>
              </a:defRPr>
            </a:defPPr>
            <a:lvl1pPr algn="l">
              <a:defRPr sz="2850" b="1">
                <a:solidFill>
                  <a:srgbClr val="FFFFFF"/>
                </a:solidFill>
                <a:latin typeface="Arial"/>
                <a:ea typeface="Arial"/>
                <a:cs typeface="Arial"/>
              </a:defRPr>
            </a:lvl1pPr>
            <a:lvl2pPr algn="l">
              <a:defRPr sz="2850" b="1">
                <a:solidFill>
                  <a:srgbClr val="FFFFFF"/>
                </a:solidFill>
                <a:latin typeface="Arial"/>
                <a:ea typeface="Arial"/>
                <a:cs typeface="Arial"/>
              </a:defRPr>
            </a:lvl2pPr>
            <a:lvl3pPr algn="l">
              <a:defRPr sz="2850" b="1">
                <a:solidFill>
                  <a:srgbClr val="FFFFFF"/>
                </a:solidFill>
                <a:latin typeface="Arial"/>
                <a:ea typeface="Arial"/>
                <a:cs typeface="Arial"/>
              </a:defRPr>
            </a:lvl3pPr>
            <a:lvl4pPr algn="l">
              <a:defRPr sz="2850" b="1">
                <a:solidFill>
                  <a:srgbClr val="FFFFFF"/>
                </a:solidFill>
                <a:latin typeface="Arial"/>
                <a:ea typeface="Arial"/>
                <a:cs typeface="Arial"/>
              </a:defRPr>
            </a:lvl4pPr>
            <a:lvl5pPr algn="l">
              <a:defRPr sz="2850" b="1">
                <a:solidFill>
                  <a:srgbClr val="FFFFFF"/>
                </a:solidFill>
                <a:latin typeface="Arial"/>
                <a:ea typeface="Arial"/>
                <a:cs typeface="Arial"/>
              </a:defRPr>
            </a:lvl5pPr>
            <a:lvl6pPr algn="l">
              <a:defRPr sz="2850" b="1">
                <a:solidFill>
                  <a:srgbClr val="FFFFFF"/>
                </a:solidFill>
                <a:latin typeface="Arial"/>
                <a:ea typeface="Arial"/>
                <a:cs typeface="Arial"/>
              </a:defRPr>
            </a:lvl6pPr>
            <a:lvl7pPr algn="l">
              <a:defRPr sz="2850" b="1">
                <a:solidFill>
                  <a:srgbClr val="FFFFFF"/>
                </a:solidFill>
                <a:latin typeface="Arial"/>
                <a:ea typeface="Arial"/>
                <a:cs typeface="Arial"/>
              </a:defRPr>
            </a:lvl7pPr>
            <a:lvl8pPr algn="l">
              <a:defRPr sz="2850" b="1">
                <a:solidFill>
                  <a:srgbClr val="FFFFFF"/>
                </a:solidFill>
                <a:latin typeface="Arial"/>
                <a:ea typeface="Arial"/>
                <a:cs typeface="Arial"/>
              </a:defRPr>
            </a:lvl8pPr>
            <a:lvl9pPr algn="l">
              <a:defRPr sz="2850" b="1">
                <a:solidFill>
                  <a:srgbClr val="FFFFFF"/>
                </a:solidFill>
                <a:latin typeface="Arial"/>
                <a:ea typeface="Arial"/>
                <a:cs typeface="Arial"/>
              </a:defRPr>
            </a:lvl9pPr>
          </a:lstStyle>
          <a:p xmlns:a="http://schemas.openxmlformats.org/drawingml/2006/main">
            <a:pPr algn="l">
              <a:buNone/>
              <a:defRPr sz="2850" b="1">
                <a:solidFill>
                  <a:srgbClr val="FFFFFF"/>
                </a:solidFill>
                <a:latin typeface="Arial"/>
                <a:ea typeface="Arial"/>
                <a:cs typeface="Arial"/>
              </a:defRPr>
            </a:pPr>
            <a:r>
              <a:rPr sz="2850" b="1">
                <a:solidFill>
                  <a:srgbClr val="FFFFFF"/>
                </a:solidFill>
                <a:latin typeface="Arial"/>
                <a:ea typeface="Arial"/>
                <a:cs typeface="Arial"/>
              </a:rPr>
              <a:t>Integración y aceptación del incremento</a:t>
            </a:r>
          </a:p>
        </p:txBody>
      </p:sp>
      <p:sp>
        <p:nvSpPr>
          <p:cNvPr id="3" name="CORTE 2 · SCRUM + XP">
            <a:extLst xmlns:a="http://schemas.openxmlformats.org/drawingml/2006/main">
              <a:ext uri="{FF2B5EF4-FFF2-40B4-BE49-F238E27FC236}">
                <a16:creationId xmlns:a16="http://schemas.microsoft.com/office/drawing/2014/main" id="{0B3FB161-F79F-46AC-B79B-BDD61E0A6FB6}"/>
              </a:ext>
            </a:extLst>
          </p:cNvPr>
          <p:cNvSpPr>
            <a:spLocks xmlns:a="http://schemas.openxmlformats.org/drawingml/2006/main" noGrp="1"/>
          </p:cNvSpPr>
          <p:nvPr/>
        </p:nvSpPr>
        <p:spPr>
          <a:xfrm xmlns:a="http://schemas.openxmlformats.org/drawingml/2006/main">
            <a:off x="457200" y="1200150"/>
            <a:ext cx="11191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125" b="1">
                <a:solidFill>
                  <a:srgbClr val="55707D"/>
                </a:solidFill>
                <a:latin typeface="Arial"/>
                <a:ea typeface="Arial"/>
                <a:cs typeface="Arial"/>
              </a:defRPr>
            </a:defPPr>
            <a:lvl1pPr algn="l">
              <a:defRPr sz="1125" b="1">
                <a:solidFill>
                  <a:srgbClr val="55707D"/>
                </a:solidFill>
                <a:latin typeface="Arial"/>
                <a:ea typeface="Arial"/>
                <a:cs typeface="Arial"/>
              </a:defRPr>
            </a:lvl1pPr>
            <a:lvl2pPr algn="l">
              <a:defRPr sz="1125" b="1">
                <a:solidFill>
                  <a:srgbClr val="55707D"/>
                </a:solidFill>
                <a:latin typeface="Arial"/>
                <a:ea typeface="Arial"/>
                <a:cs typeface="Arial"/>
              </a:defRPr>
            </a:lvl2pPr>
            <a:lvl3pPr algn="l">
              <a:defRPr sz="1125" b="1">
                <a:solidFill>
                  <a:srgbClr val="55707D"/>
                </a:solidFill>
                <a:latin typeface="Arial"/>
                <a:ea typeface="Arial"/>
                <a:cs typeface="Arial"/>
              </a:defRPr>
            </a:lvl3pPr>
            <a:lvl4pPr algn="l">
              <a:defRPr sz="1125" b="1">
                <a:solidFill>
                  <a:srgbClr val="55707D"/>
                </a:solidFill>
                <a:latin typeface="Arial"/>
                <a:ea typeface="Arial"/>
                <a:cs typeface="Arial"/>
              </a:defRPr>
            </a:lvl4pPr>
            <a:lvl5pPr algn="l">
              <a:defRPr sz="1125" b="1">
                <a:solidFill>
                  <a:srgbClr val="55707D"/>
                </a:solidFill>
                <a:latin typeface="Arial"/>
                <a:ea typeface="Arial"/>
                <a:cs typeface="Arial"/>
              </a:defRPr>
            </a:lvl5pPr>
            <a:lvl6pPr algn="l">
              <a:defRPr sz="1125" b="1">
                <a:solidFill>
                  <a:srgbClr val="55707D"/>
                </a:solidFill>
                <a:latin typeface="Arial"/>
                <a:ea typeface="Arial"/>
                <a:cs typeface="Arial"/>
              </a:defRPr>
            </a:lvl6pPr>
            <a:lvl7pPr algn="l">
              <a:defRPr sz="1125" b="1">
                <a:solidFill>
                  <a:srgbClr val="55707D"/>
                </a:solidFill>
                <a:latin typeface="Arial"/>
                <a:ea typeface="Arial"/>
                <a:cs typeface="Arial"/>
              </a:defRPr>
            </a:lvl7pPr>
            <a:lvl8pPr algn="l">
              <a:defRPr sz="1125" b="1">
                <a:solidFill>
                  <a:srgbClr val="55707D"/>
                </a:solidFill>
                <a:latin typeface="Arial"/>
                <a:ea typeface="Arial"/>
                <a:cs typeface="Arial"/>
              </a:defRPr>
            </a:lvl8pPr>
            <a:lvl9pPr algn="l">
              <a:defRPr sz="1125" b="1">
                <a:solidFill>
                  <a:srgbClr val="55707D"/>
                </a:solidFill>
                <a:latin typeface="Arial"/>
                <a:ea typeface="Arial"/>
                <a:cs typeface="Arial"/>
              </a:defRPr>
            </a:lvl9pPr>
          </a:lstStyle>
          <a:p xmlns:a="http://schemas.openxmlformats.org/drawingml/2006/main">
            <a:pPr algn="l">
              <a:buNone/>
              <a:defRPr sz="1125" b="1">
                <a:solidFill>
                  <a:srgbClr val="55707D"/>
                </a:solidFill>
                <a:latin typeface="Arial"/>
                <a:ea typeface="Arial"/>
                <a:cs typeface="Arial"/>
              </a:defRPr>
            </a:pPr>
            <a:r>
              <a:rPr sz="1125" b="1">
                <a:solidFill>
                  <a:srgbClr val="55707D"/>
                </a:solidFill>
                <a:latin typeface="Arial"/>
                <a:ea typeface="Arial"/>
                <a:cs typeface="Arial"/>
              </a:rPr>
              <a:t>CORTE 2 · SCRUM + XP</a:t>
            </a:r>
          </a:p>
        </p:txBody>
      </p:sp>
      <p:sp>
        <p:nvSpPr>
          <p:cNvPr id="4" name="">
            <a:extLst xmlns:a="http://schemas.openxmlformats.org/drawingml/2006/main">
              <a:ext uri="{FF2B5EF4-FFF2-40B4-BE49-F238E27FC236}">
                <a16:creationId xmlns:a16="http://schemas.microsoft.com/office/drawing/2014/main" id="{3DF61E4E-8294-4F65-A325-28E36B6B3152}"/>
              </a:ext>
            </a:extLst>
          </p:cNvPr>
          <p:cNvSpPr>
            <a:spLocks xmlns:a="http://schemas.openxmlformats.org/drawingml/2006/main" noGrp="1"/>
          </p:cNvSpPr>
          <p:nvPr/>
        </p:nvSpPr>
        <p:spPr>
          <a:xfrm xmlns:a="http://schemas.openxmlformats.org/drawingml/2006/main">
            <a:off x="0" y="6543675"/>
            <a:ext cx="12192000" cy="314325"/>
          </a:xfrm>
          <a:prstGeom xmlns:a="http://schemas.openxmlformats.org/drawingml/2006/main" prst="rect">
            <a:avLst/>
          </a:prstGeom>
          <a:solidFill xmlns:a="http://schemas.openxmlformats.org/drawingml/2006/main">
            <a:srgbClr val="104D70"/>
          </a:solidFill>
          <a:ln xmlns:a="http://schemas.openxmlformats.org/drawingml/2006/main" w="0">
            <a:noFill/>
          </a:ln>
        </p:spPr>
      </p:sp>
      <p:sp>
        <p:nvSpPr>
          <p:cNvPr id="5" name="DataForge Consulting · FinBank">
            <a:extLst xmlns:a="http://schemas.openxmlformats.org/drawingml/2006/main">
              <a:ext uri="{FF2B5EF4-FFF2-40B4-BE49-F238E27FC236}">
                <a16:creationId xmlns:a16="http://schemas.microsoft.com/office/drawing/2014/main" id="{4D4C4FC4-9749-4889-9ECA-16F218467655}"/>
              </a:ext>
            </a:extLst>
          </p:cNvPr>
          <p:cNvSpPr>
            <a:spLocks xmlns:a="http://schemas.openxmlformats.org/drawingml/2006/main" noGrp="1"/>
          </p:cNvSpPr>
          <p:nvPr/>
        </p:nvSpPr>
        <p:spPr>
          <a:xfrm xmlns:a="http://schemas.openxmlformats.org/drawingml/2006/main">
            <a:off x="457200" y="6619875"/>
            <a:ext cx="5429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050" b="0">
                <a:solidFill>
                  <a:srgbClr val="FFFFFF"/>
                </a:solidFill>
                <a:latin typeface="Arial"/>
                <a:ea typeface="Arial"/>
                <a:cs typeface="Arial"/>
              </a:defRPr>
            </a:defPPr>
            <a:lvl1pPr algn="l">
              <a:defRPr sz="1050" b="0">
                <a:solidFill>
                  <a:srgbClr val="FFFFFF"/>
                </a:solidFill>
                <a:latin typeface="Arial"/>
                <a:ea typeface="Arial"/>
                <a:cs typeface="Arial"/>
              </a:defRPr>
            </a:lvl1pPr>
            <a:lvl2pPr algn="l">
              <a:defRPr sz="1050" b="0">
                <a:solidFill>
                  <a:srgbClr val="FFFFFF"/>
                </a:solidFill>
                <a:latin typeface="Arial"/>
                <a:ea typeface="Arial"/>
                <a:cs typeface="Arial"/>
              </a:defRPr>
            </a:lvl2pPr>
            <a:lvl3pPr algn="l">
              <a:defRPr sz="1050" b="0">
                <a:solidFill>
                  <a:srgbClr val="FFFFFF"/>
                </a:solidFill>
                <a:latin typeface="Arial"/>
                <a:ea typeface="Arial"/>
                <a:cs typeface="Arial"/>
              </a:defRPr>
            </a:lvl3pPr>
            <a:lvl4pPr algn="l">
              <a:defRPr sz="1050" b="0">
                <a:solidFill>
                  <a:srgbClr val="FFFFFF"/>
                </a:solidFill>
                <a:latin typeface="Arial"/>
                <a:ea typeface="Arial"/>
                <a:cs typeface="Arial"/>
              </a:defRPr>
            </a:lvl4pPr>
            <a:lvl5pPr algn="l">
              <a:defRPr sz="1050" b="0">
                <a:solidFill>
                  <a:srgbClr val="FFFFFF"/>
                </a:solidFill>
                <a:latin typeface="Arial"/>
                <a:ea typeface="Arial"/>
                <a:cs typeface="Arial"/>
              </a:defRPr>
            </a:lvl5pPr>
            <a:lvl6pPr algn="l">
              <a:defRPr sz="1050" b="0">
                <a:solidFill>
                  <a:srgbClr val="FFFFFF"/>
                </a:solidFill>
                <a:latin typeface="Arial"/>
                <a:ea typeface="Arial"/>
                <a:cs typeface="Arial"/>
              </a:defRPr>
            </a:lvl6pPr>
            <a:lvl7pPr algn="l">
              <a:defRPr sz="1050" b="0">
                <a:solidFill>
                  <a:srgbClr val="FFFFFF"/>
                </a:solidFill>
                <a:latin typeface="Arial"/>
                <a:ea typeface="Arial"/>
                <a:cs typeface="Arial"/>
              </a:defRPr>
            </a:lvl7pPr>
            <a:lvl8pPr algn="l">
              <a:defRPr sz="1050" b="0">
                <a:solidFill>
                  <a:srgbClr val="FFFFFF"/>
                </a:solidFill>
                <a:latin typeface="Arial"/>
                <a:ea typeface="Arial"/>
                <a:cs typeface="Arial"/>
              </a:defRPr>
            </a:lvl8pPr>
            <a:lvl9pPr algn="l">
              <a:defRPr sz="1050" b="0">
                <a:solidFill>
                  <a:srgbClr val="FFFFFF"/>
                </a:solidFill>
                <a:latin typeface="Arial"/>
                <a:ea typeface="Arial"/>
                <a:cs typeface="Arial"/>
              </a:defRPr>
            </a:lvl9pPr>
          </a:lstStyle>
          <a:p xmlns:a="http://schemas.openxmlformats.org/drawingml/2006/main">
            <a:pPr algn="l">
              <a:buNone/>
              <a:defRPr sz="1050" b="0">
                <a:solidFill>
                  <a:srgbClr val="FFFFFF"/>
                </a:solidFill>
                <a:latin typeface="Arial"/>
                <a:ea typeface="Arial"/>
                <a:cs typeface="Arial"/>
              </a:defRPr>
            </a:pPr>
            <a:r>
              <a:rPr sz="1050" b="0">
                <a:solidFill>
                  <a:srgbClr val="FFFFFF"/>
                </a:solidFill>
                <a:latin typeface="Arial"/>
                <a:ea typeface="Arial"/>
                <a:cs typeface="Arial"/>
              </a:rPr>
              <a:t>DataForge Consulting · FinBank</a:t>
            </a:r>
          </a:p>
        </p:txBody>
      </p:sp>
      <p:sp>
        <p:nvSpPr>
          <p:cNvPr id="6" name="Daniel Martínez  |  13">
            <a:extLst xmlns:a="http://schemas.openxmlformats.org/drawingml/2006/main">
              <a:ext uri="{FF2B5EF4-FFF2-40B4-BE49-F238E27FC236}">
                <a16:creationId xmlns:a16="http://schemas.microsoft.com/office/drawing/2014/main" id="{315E4BEE-860C-4EDC-8D84-629CE76BF199}"/>
              </a:ext>
            </a:extLst>
          </p:cNvPr>
          <p:cNvSpPr>
            <a:spLocks xmlns:a="http://schemas.openxmlformats.org/drawingml/2006/main" noGrp="1"/>
          </p:cNvSpPr>
          <p:nvPr/>
        </p:nvSpPr>
        <p:spPr>
          <a:xfrm xmlns:a="http://schemas.openxmlformats.org/drawingml/2006/main">
            <a:off x="7048500" y="6619875"/>
            <a:ext cx="466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r">
              <a:defRPr sz="1050" b="0">
                <a:solidFill>
                  <a:srgbClr val="FFFFFF"/>
                </a:solidFill>
                <a:latin typeface="Arial"/>
                <a:ea typeface="Arial"/>
                <a:cs typeface="Arial"/>
              </a:defRPr>
            </a:defPPr>
            <a:lvl1pPr algn="r">
              <a:defRPr sz="1050" b="0">
                <a:solidFill>
                  <a:srgbClr val="FFFFFF"/>
                </a:solidFill>
                <a:latin typeface="Arial"/>
                <a:ea typeface="Arial"/>
                <a:cs typeface="Arial"/>
              </a:defRPr>
            </a:lvl1pPr>
            <a:lvl2pPr algn="r">
              <a:defRPr sz="1050" b="0">
                <a:solidFill>
                  <a:srgbClr val="FFFFFF"/>
                </a:solidFill>
                <a:latin typeface="Arial"/>
                <a:ea typeface="Arial"/>
                <a:cs typeface="Arial"/>
              </a:defRPr>
            </a:lvl2pPr>
            <a:lvl3pPr algn="r">
              <a:defRPr sz="1050" b="0">
                <a:solidFill>
                  <a:srgbClr val="FFFFFF"/>
                </a:solidFill>
                <a:latin typeface="Arial"/>
                <a:ea typeface="Arial"/>
                <a:cs typeface="Arial"/>
              </a:defRPr>
            </a:lvl3pPr>
            <a:lvl4pPr algn="r">
              <a:defRPr sz="1050" b="0">
                <a:solidFill>
                  <a:srgbClr val="FFFFFF"/>
                </a:solidFill>
                <a:latin typeface="Arial"/>
                <a:ea typeface="Arial"/>
                <a:cs typeface="Arial"/>
              </a:defRPr>
            </a:lvl4pPr>
            <a:lvl5pPr algn="r">
              <a:defRPr sz="1050" b="0">
                <a:solidFill>
                  <a:srgbClr val="FFFFFF"/>
                </a:solidFill>
                <a:latin typeface="Arial"/>
                <a:ea typeface="Arial"/>
                <a:cs typeface="Arial"/>
              </a:defRPr>
            </a:lvl5pPr>
            <a:lvl6pPr algn="r">
              <a:defRPr sz="1050" b="0">
                <a:solidFill>
                  <a:srgbClr val="FFFFFF"/>
                </a:solidFill>
                <a:latin typeface="Arial"/>
                <a:ea typeface="Arial"/>
                <a:cs typeface="Arial"/>
              </a:defRPr>
            </a:lvl6pPr>
            <a:lvl7pPr algn="r">
              <a:defRPr sz="1050" b="0">
                <a:solidFill>
                  <a:srgbClr val="FFFFFF"/>
                </a:solidFill>
                <a:latin typeface="Arial"/>
                <a:ea typeface="Arial"/>
                <a:cs typeface="Arial"/>
              </a:defRPr>
            </a:lvl7pPr>
            <a:lvl8pPr algn="r">
              <a:defRPr sz="1050" b="0">
                <a:solidFill>
                  <a:srgbClr val="FFFFFF"/>
                </a:solidFill>
                <a:latin typeface="Arial"/>
                <a:ea typeface="Arial"/>
                <a:cs typeface="Arial"/>
              </a:defRPr>
            </a:lvl8pPr>
            <a:lvl9pPr algn="r">
              <a:defRPr sz="1050" b="0">
                <a:solidFill>
                  <a:srgbClr val="FFFFFF"/>
                </a:solidFill>
                <a:latin typeface="Arial"/>
                <a:ea typeface="Arial"/>
                <a:cs typeface="Arial"/>
              </a:defRPr>
            </a:lvl9pPr>
          </a:lstStyle>
          <a:p xmlns:a="http://schemas.openxmlformats.org/drawingml/2006/main">
            <a:pPr algn="r">
              <a:buNone/>
              <a:defRPr sz="1050" b="0">
                <a:solidFill>
                  <a:srgbClr val="FFFFFF"/>
                </a:solidFill>
                <a:latin typeface="Arial"/>
                <a:ea typeface="Arial"/>
                <a:cs typeface="Arial"/>
              </a:defRPr>
            </a:pPr>
            <a:r>
              <a:rPr sz="1050" b="0">
                <a:solidFill>
                  <a:srgbClr val="FFFFFF"/>
                </a:solidFill>
                <a:latin typeface="Arial"/>
                <a:ea typeface="Arial"/>
                <a:cs typeface="Arial"/>
              </a:rPr>
              <a:t>Daniel Martínez  |  13</a:t>
            </a:r>
          </a:p>
        </p:txBody>
      </p:sp>
      <p:pic>
        <p:nvPicPr>
          <p:cNvPr id="7" name="">
            <a:extLst xmlns:a="http://schemas.openxmlformats.org/drawingml/2006/main">
              <a:ext uri="{FF2B5EF4-FFF2-40B4-BE49-F238E27FC236}">
                <a16:creationId xmlns:a16="http://schemas.microsoft.com/office/drawing/2014/main" id="{40978469-E018-4D50-8598-67108EBE3612}"/>
              </a:ext>
            </a:extLst>
          </p:cNvPr>
          <p:cNvPicPr>
            <a:picLocks xmlns:a="http://schemas.openxmlformats.org/drawingml/2006/main" noChangeAspect="1"/>
          </p:cNvPicPr>
          <p:nvPr/>
        </p:nvPicPr>
        <p:blipFill>
          <a:blip xmlns:r="http://schemas.openxmlformats.org/officeDocument/2006/relationships" xmlns:a="http://schemas.openxmlformats.org/drawingml/2006/main" r:embed="Ra7e8af6a49dc4e6f"/>
          <a:srcRect xmlns:a="http://schemas.openxmlformats.org/drawingml/2006/main" l="0" t="0" r="0" b="0"/>
          <a:stretch xmlns:a="http://schemas.openxmlformats.org/drawingml/2006/main"/>
        </p:blipFill>
        <p:spPr>
          <a:xfrm xmlns:a="http://schemas.openxmlformats.org/drawingml/2006/main">
            <a:off x="457200" y="2143125"/>
            <a:ext cx="6191250" cy="3484719"/>
          </a:xfrm>
          <a:prstGeom xmlns:a="http://schemas.openxmlformats.org/drawingml/2006/main" prst="rect">
            <a:avLst/>
          </a:prstGeom>
        </p:spPr>
      </p:pic>
      <p:sp>
        <p:nvSpPr>
          <p:cNvPr id="8" name="Evidencia comprobada">
            <a:extLst xmlns:a="http://schemas.openxmlformats.org/drawingml/2006/main">
              <a:ext uri="{FF2B5EF4-FFF2-40B4-BE49-F238E27FC236}">
                <a16:creationId xmlns:a16="http://schemas.microsoft.com/office/drawing/2014/main" id="{1072FCF0-2F90-49C2-8CF5-C9FC3325917C}"/>
              </a:ext>
            </a:extLst>
          </p:cNvPr>
          <p:cNvSpPr>
            <a:spLocks xmlns:a="http://schemas.openxmlformats.org/drawingml/2006/main" noGrp="1"/>
          </p:cNvSpPr>
          <p:nvPr/>
        </p:nvSpPr>
        <p:spPr>
          <a:xfrm xmlns:a="http://schemas.openxmlformats.org/drawingml/2006/main">
            <a:off x="7143750" y="1952625"/>
            <a:ext cx="4572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250" b="1">
                <a:solidFill>
                  <a:srgbClr val="10998D"/>
                </a:solidFill>
                <a:latin typeface="Arial"/>
                <a:ea typeface="Arial"/>
                <a:cs typeface="Arial"/>
              </a:defRPr>
            </a:defPPr>
            <a:lvl1pPr algn="l">
              <a:defRPr sz="2250" b="1">
                <a:solidFill>
                  <a:srgbClr val="10998D"/>
                </a:solidFill>
                <a:latin typeface="Arial"/>
                <a:ea typeface="Arial"/>
                <a:cs typeface="Arial"/>
              </a:defRPr>
            </a:lvl1pPr>
            <a:lvl2pPr algn="l">
              <a:defRPr sz="2250" b="1">
                <a:solidFill>
                  <a:srgbClr val="10998D"/>
                </a:solidFill>
                <a:latin typeface="Arial"/>
                <a:ea typeface="Arial"/>
                <a:cs typeface="Arial"/>
              </a:defRPr>
            </a:lvl2pPr>
            <a:lvl3pPr algn="l">
              <a:defRPr sz="2250" b="1">
                <a:solidFill>
                  <a:srgbClr val="10998D"/>
                </a:solidFill>
                <a:latin typeface="Arial"/>
                <a:ea typeface="Arial"/>
                <a:cs typeface="Arial"/>
              </a:defRPr>
            </a:lvl3pPr>
            <a:lvl4pPr algn="l">
              <a:defRPr sz="2250" b="1">
                <a:solidFill>
                  <a:srgbClr val="10998D"/>
                </a:solidFill>
                <a:latin typeface="Arial"/>
                <a:ea typeface="Arial"/>
                <a:cs typeface="Arial"/>
              </a:defRPr>
            </a:lvl4pPr>
            <a:lvl5pPr algn="l">
              <a:defRPr sz="2250" b="1">
                <a:solidFill>
                  <a:srgbClr val="10998D"/>
                </a:solidFill>
                <a:latin typeface="Arial"/>
                <a:ea typeface="Arial"/>
                <a:cs typeface="Arial"/>
              </a:defRPr>
            </a:lvl5pPr>
            <a:lvl6pPr algn="l">
              <a:defRPr sz="2250" b="1">
                <a:solidFill>
                  <a:srgbClr val="10998D"/>
                </a:solidFill>
                <a:latin typeface="Arial"/>
                <a:ea typeface="Arial"/>
                <a:cs typeface="Arial"/>
              </a:defRPr>
            </a:lvl6pPr>
            <a:lvl7pPr algn="l">
              <a:defRPr sz="2250" b="1">
                <a:solidFill>
                  <a:srgbClr val="10998D"/>
                </a:solidFill>
                <a:latin typeface="Arial"/>
                <a:ea typeface="Arial"/>
                <a:cs typeface="Arial"/>
              </a:defRPr>
            </a:lvl7pPr>
            <a:lvl8pPr algn="l">
              <a:defRPr sz="2250" b="1">
                <a:solidFill>
                  <a:srgbClr val="10998D"/>
                </a:solidFill>
                <a:latin typeface="Arial"/>
                <a:ea typeface="Arial"/>
                <a:cs typeface="Arial"/>
              </a:defRPr>
            </a:lvl8pPr>
            <a:lvl9pPr algn="l">
              <a:defRPr sz="2250" b="1">
                <a:solidFill>
                  <a:srgbClr val="10998D"/>
                </a:solidFill>
                <a:latin typeface="Arial"/>
                <a:ea typeface="Arial"/>
                <a:cs typeface="Arial"/>
              </a:defRPr>
            </a:lvl9pPr>
          </a:lstStyle>
          <a:p xmlns:a="http://schemas.openxmlformats.org/drawingml/2006/main">
            <a:pPr algn="l">
              <a:buNone/>
              <a:defRPr sz="2250" b="1">
                <a:solidFill>
                  <a:srgbClr val="10998D"/>
                </a:solidFill>
                <a:latin typeface="Arial"/>
                <a:ea typeface="Arial"/>
                <a:cs typeface="Arial"/>
              </a:defRPr>
            </a:pPr>
            <a:r>
              <a:rPr sz="2250" b="1">
                <a:solidFill>
                  <a:srgbClr val="10998D"/>
                </a:solidFill>
                <a:latin typeface="Arial"/>
                <a:ea typeface="Arial"/>
                <a:cs typeface="Arial"/>
              </a:rPr>
              <a:t>Evidencia técnica</a:t>
            </a:r>
          </a:p>
        </p:txBody>
      </p:sp>
      <p:sp>
        <p:nvSpPr>
          <p:cNvPr id="9" name="16 pruebas locales y CI exitosas&#10;PR #1 aproba">
            <a:extLst xmlns:a="http://schemas.openxmlformats.org/drawingml/2006/main">
              <a:ext uri="{FF2B5EF4-FFF2-40B4-BE49-F238E27FC236}">
                <a16:creationId xmlns:a16="http://schemas.microsoft.com/office/drawing/2014/main" id="{15C6B9F5-5BD1-4572-A24D-77A70083DDE8}"/>
              </a:ext>
            </a:extLst>
          </p:cNvPr>
          <p:cNvSpPr>
            <a:spLocks xmlns:a="http://schemas.openxmlformats.org/drawingml/2006/main" noGrp="1"/>
          </p:cNvSpPr>
          <p:nvPr/>
        </p:nvSpPr>
        <p:spPr>
          <a:xfrm xmlns:a="http://schemas.openxmlformats.org/drawingml/2006/main">
            <a:off x="7143750" y="2524125"/>
            <a:ext cx="45720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175" b="0">
                <a:solidFill>
                  <a:srgbClr val="153444"/>
                </a:solidFill>
                <a:latin typeface="Arial"/>
                <a:ea typeface="Arial"/>
                <a:cs typeface="Arial"/>
              </a:defRPr>
            </a:defPPr>
            <a:lvl1pPr algn="l">
              <a:defRPr sz="2175" b="0">
                <a:solidFill>
                  <a:srgbClr val="153444"/>
                </a:solidFill>
                <a:latin typeface="Arial"/>
                <a:ea typeface="Arial"/>
                <a:cs typeface="Arial"/>
              </a:defRPr>
            </a:lvl1pPr>
            <a:lvl2pPr algn="l">
              <a:defRPr sz="2175" b="0">
                <a:solidFill>
                  <a:srgbClr val="153444"/>
                </a:solidFill>
                <a:latin typeface="Arial"/>
                <a:ea typeface="Arial"/>
                <a:cs typeface="Arial"/>
              </a:defRPr>
            </a:lvl2pPr>
            <a:lvl3pPr algn="l">
              <a:defRPr sz="2175" b="0">
                <a:solidFill>
                  <a:srgbClr val="153444"/>
                </a:solidFill>
                <a:latin typeface="Arial"/>
                <a:ea typeface="Arial"/>
                <a:cs typeface="Arial"/>
              </a:defRPr>
            </a:lvl3pPr>
            <a:lvl4pPr algn="l">
              <a:defRPr sz="2175" b="0">
                <a:solidFill>
                  <a:srgbClr val="153444"/>
                </a:solidFill>
                <a:latin typeface="Arial"/>
                <a:ea typeface="Arial"/>
                <a:cs typeface="Arial"/>
              </a:defRPr>
            </a:lvl4pPr>
            <a:lvl5pPr algn="l">
              <a:defRPr sz="2175" b="0">
                <a:solidFill>
                  <a:srgbClr val="153444"/>
                </a:solidFill>
                <a:latin typeface="Arial"/>
                <a:ea typeface="Arial"/>
                <a:cs typeface="Arial"/>
              </a:defRPr>
            </a:lvl5pPr>
            <a:lvl6pPr algn="l">
              <a:defRPr sz="2175" b="0">
                <a:solidFill>
                  <a:srgbClr val="153444"/>
                </a:solidFill>
                <a:latin typeface="Arial"/>
                <a:ea typeface="Arial"/>
                <a:cs typeface="Arial"/>
              </a:defRPr>
            </a:lvl6pPr>
            <a:lvl7pPr algn="l">
              <a:defRPr sz="2175" b="0">
                <a:solidFill>
                  <a:srgbClr val="153444"/>
                </a:solidFill>
                <a:latin typeface="Arial"/>
                <a:ea typeface="Arial"/>
                <a:cs typeface="Arial"/>
              </a:defRPr>
            </a:lvl7pPr>
            <a:lvl8pPr algn="l">
              <a:defRPr sz="2175" b="0">
                <a:solidFill>
                  <a:srgbClr val="153444"/>
                </a:solidFill>
                <a:latin typeface="Arial"/>
                <a:ea typeface="Arial"/>
                <a:cs typeface="Arial"/>
              </a:defRPr>
            </a:lvl8pPr>
            <a:lvl9pPr algn="l">
              <a:defRPr sz="2175" b="0">
                <a:solidFill>
                  <a:srgbClr val="153444"/>
                </a:solidFill>
                <a:latin typeface="Arial"/>
                <a:ea typeface="Arial"/>
                <a:cs typeface="Arial"/>
              </a:defRPr>
            </a:lvl9pPr>
          </a:lstStyle>
          <a:p xmlns:a="http://schemas.openxmlformats.org/drawingml/2006/main">
            <a:pPr algn="l">
              <a:buNone/>
              <a:defRPr sz="2175" b="0">
                <a:solidFill>
                  <a:srgbClr val="153444"/>
                </a:solidFill>
                <a:latin typeface="Arial"/>
                <a:ea typeface="Arial"/>
                <a:cs typeface="Arial"/>
              </a:defRPr>
            </a:pPr>
            <a:r>
              <a:rPr sz="2175" b="0">
                <a:solidFill>
                  <a:srgbClr val="153444"/>
                </a:solidFill>
                <a:latin typeface="Arial"/>
                <a:ea typeface="Arial"/>
                <a:cs typeface="Arial"/>
              </a:rPr>
              <a:t>16 pruebas locales y CI exitosas</a:t>
            </a:r>
          </a:p>
          <a:p xmlns:a="http://schemas.openxmlformats.org/drawingml/2006/main">
            <a:pPr algn="l">
              <a:buNone/>
              <a:defRPr sz="2175" b="0">
                <a:solidFill>
                  <a:srgbClr val="153444"/>
                </a:solidFill>
                <a:latin typeface="Arial"/>
                <a:ea typeface="Arial"/>
                <a:cs typeface="Arial"/>
              </a:defRPr>
            </a:pPr>
            <a:r>
              <a:rPr sz="2175" b="0">
                <a:solidFill>
                  <a:srgbClr val="153444"/>
                </a:solidFill>
                <a:latin typeface="Arial"/>
                <a:ea typeface="Arial"/>
                <a:cs typeface="Arial"/>
              </a:rPr>
              <a:t>PR #1 a #8 integrados en main</a:t>
            </a:r>
          </a:p>
        </p:txBody>
      </p:sp>
      <p:sp>
        <p:nvSpPr>
          <p:cNvPr id="10" name="Cierre pendiente">
            <a:extLst xmlns:a="http://schemas.openxmlformats.org/drawingml/2006/main">
              <a:ext uri="{FF2B5EF4-FFF2-40B4-BE49-F238E27FC236}">
                <a16:creationId xmlns:a16="http://schemas.microsoft.com/office/drawing/2014/main" id="{22600104-FAAA-49BF-8F72-D394C34A8C93}"/>
              </a:ext>
            </a:extLst>
          </p:cNvPr>
          <p:cNvSpPr>
            <a:spLocks xmlns:a="http://schemas.openxmlformats.org/drawingml/2006/main" noGrp="1"/>
          </p:cNvSpPr>
          <p:nvPr/>
        </p:nvSpPr>
        <p:spPr>
          <a:xfrm xmlns:a="http://schemas.openxmlformats.org/drawingml/2006/main">
            <a:off x="7143750" y="4000500"/>
            <a:ext cx="4572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250" b="1">
                <a:solidFill>
                  <a:srgbClr val="C41446"/>
                </a:solidFill>
                <a:latin typeface="Arial"/>
                <a:ea typeface="Arial"/>
                <a:cs typeface="Arial"/>
              </a:defRPr>
            </a:defPPr>
            <a:lvl1pPr algn="l">
              <a:defRPr sz="2250" b="1">
                <a:solidFill>
                  <a:srgbClr val="C41446"/>
                </a:solidFill>
                <a:latin typeface="Arial"/>
                <a:ea typeface="Arial"/>
                <a:cs typeface="Arial"/>
              </a:defRPr>
            </a:lvl1pPr>
            <a:lvl2pPr algn="l">
              <a:defRPr sz="2250" b="1">
                <a:solidFill>
                  <a:srgbClr val="C41446"/>
                </a:solidFill>
                <a:latin typeface="Arial"/>
                <a:ea typeface="Arial"/>
                <a:cs typeface="Arial"/>
              </a:defRPr>
            </a:lvl2pPr>
            <a:lvl3pPr algn="l">
              <a:defRPr sz="2250" b="1">
                <a:solidFill>
                  <a:srgbClr val="C41446"/>
                </a:solidFill>
                <a:latin typeface="Arial"/>
                <a:ea typeface="Arial"/>
                <a:cs typeface="Arial"/>
              </a:defRPr>
            </a:lvl3pPr>
            <a:lvl4pPr algn="l">
              <a:defRPr sz="2250" b="1">
                <a:solidFill>
                  <a:srgbClr val="C41446"/>
                </a:solidFill>
                <a:latin typeface="Arial"/>
                <a:ea typeface="Arial"/>
                <a:cs typeface="Arial"/>
              </a:defRPr>
            </a:lvl4pPr>
            <a:lvl5pPr algn="l">
              <a:defRPr sz="2250" b="1">
                <a:solidFill>
                  <a:srgbClr val="C41446"/>
                </a:solidFill>
                <a:latin typeface="Arial"/>
                <a:ea typeface="Arial"/>
                <a:cs typeface="Arial"/>
              </a:defRPr>
            </a:lvl5pPr>
            <a:lvl6pPr algn="l">
              <a:defRPr sz="2250" b="1">
                <a:solidFill>
                  <a:srgbClr val="C41446"/>
                </a:solidFill>
                <a:latin typeface="Arial"/>
                <a:ea typeface="Arial"/>
                <a:cs typeface="Arial"/>
              </a:defRPr>
            </a:lvl6pPr>
            <a:lvl7pPr algn="l">
              <a:defRPr sz="2250" b="1">
                <a:solidFill>
                  <a:srgbClr val="C41446"/>
                </a:solidFill>
                <a:latin typeface="Arial"/>
                <a:ea typeface="Arial"/>
                <a:cs typeface="Arial"/>
              </a:defRPr>
            </a:lvl7pPr>
            <a:lvl8pPr algn="l">
              <a:defRPr sz="2250" b="1">
                <a:solidFill>
                  <a:srgbClr val="C41446"/>
                </a:solidFill>
                <a:latin typeface="Arial"/>
                <a:ea typeface="Arial"/>
                <a:cs typeface="Arial"/>
              </a:defRPr>
            </a:lvl8pPr>
            <a:lvl9pPr algn="l">
              <a:defRPr sz="2250" b="1">
                <a:solidFill>
                  <a:srgbClr val="C41446"/>
                </a:solidFill>
                <a:latin typeface="Arial"/>
                <a:ea typeface="Arial"/>
                <a:cs typeface="Arial"/>
              </a:defRPr>
            </a:lvl9pPr>
          </a:lstStyle>
          <a:p xmlns:a="http://schemas.openxmlformats.org/drawingml/2006/main">
            <a:pPr algn="l">
              <a:buNone/>
              <a:defRPr sz="2250" b="1">
                <a:solidFill>
                  <a:srgbClr val="C41446"/>
                </a:solidFill>
                <a:latin typeface="Arial"/>
                <a:ea typeface="Arial"/>
                <a:cs typeface="Arial"/>
              </a:defRPr>
            </a:pPr>
            <a:r>
              <a:rPr sz="2250" b="1">
                <a:solidFill>
                  <a:srgbClr val="C41446"/>
                </a:solidFill>
                <a:latin typeface="Arial"/>
                <a:ea typeface="Arial"/>
                <a:cs typeface="Arial"/>
              </a:rPr>
              <a:t>Durante la Review</a:t>
            </a:r>
          </a:p>
        </p:txBody>
      </p:sp>
      <p:sp>
        <p:nvSpPr>
          <p:cNvPr id="11" name="PR #2 a #7: revisión e integración&#10;Aceptación">
            <a:extLst xmlns:a="http://schemas.openxmlformats.org/drawingml/2006/main">
              <a:ext uri="{FF2B5EF4-FFF2-40B4-BE49-F238E27FC236}">
                <a16:creationId xmlns:a16="http://schemas.microsoft.com/office/drawing/2014/main" id="{669E71BE-081C-415E-8C44-F8B63743983C}"/>
              </a:ext>
            </a:extLst>
          </p:cNvPr>
          <p:cNvSpPr>
            <a:spLocks xmlns:a="http://schemas.openxmlformats.org/drawingml/2006/main" noGrp="1"/>
          </p:cNvSpPr>
          <p:nvPr/>
        </p:nvSpPr>
        <p:spPr>
          <a:xfrm xmlns:a="http://schemas.openxmlformats.org/drawingml/2006/main">
            <a:off x="7143750" y="4572000"/>
            <a:ext cx="45720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175" b="0">
                <a:solidFill>
                  <a:srgbClr val="153444"/>
                </a:solidFill>
                <a:latin typeface="Arial"/>
                <a:ea typeface="Arial"/>
                <a:cs typeface="Arial"/>
              </a:defRPr>
            </a:defPPr>
            <a:lvl1pPr algn="l">
              <a:defRPr sz="2175" b="0">
                <a:solidFill>
                  <a:srgbClr val="153444"/>
                </a:solidFill>
                <a:latin typeface="Arial"/>
                <a:ea typeface="Arial"/>
                <a:cs typeface="Arial"/>
              </a:defRPr>
            </a:lvl1pPr>
            <a:lvl2pPr algn="l">
              <a:defRPr sz="2175" b="0">
                <a:solidFill>
                  <a:srgbClr val="153444"/>
                </a:solidFill>
                <a:latin typeface="Arial"/>
                <a:ea typeface="Arial"/>
                <a:cs typeface="Arial"/>
              </a:defRPr>
            </a:lvl2pPr>
            <a:lvl3pPr algn="l">
              <a:defRPr sz="2175" b="0">
                <a:solidFill>
                  <a:srgbClr val="153444"/>
                </a:solidFill>
                <a:latin typeface="Arial"/>
                <a:ea typeface="Arial"/>
                <a:cs typeface="Arial"/>
              </a:defRPr>
            </a:lvl3pPr>
            <a:lvl4pPr algn="l">
              <a:defRPr sz="2175" b="0">
                <a:solidFill>
                  <a:srgbClr val="153444"/>
                </a:solidFill>
                <a:latin typeface="Arial"/>
                <a:ea typeface="Arial"/>
                <a:cs typeface="Arial"/>
              </a:defRPr>
            </a:lvl4pPr>
            <a:lvl5pPr algn="l">
              <a:defRPr sz="2175" b="0">
                <a:solidFill>
                  <a:srgbClr val="153444"/>
                </a:solidFill>
                <a:latin typeface="Arial"/>
                <a:ea typeface="Arial"/>
                <a:cs typeface="Arial"/>
              </a:defRPr>
            </a:lvl5pPr>
            <a:lvl6pPr algn="l">
              <a:defRPr sz="2175" b="0">
                <a:solidFill>
                  <a:srgbClr val="153444"/>
                </a:solidFill>
                <a:latin typeface="Arial"/>
                <a:ea typeface="Arial"/>
                <a:cs typeface="Arial"/>
              </a:defRPr>
            </a:lvl6pPr>
            <a:lvl7pPr algn="l">
              <a:defRPr sz="2175" b="0">
                <a:solidFill>
                  <a:srgbClr val="153444"/>
                </a:solidFill>
                <a:latin typeface="Arial"/>
                <a:ea typeface="Arial"/>
                <a:cs typeface="Arial"/>
              </a:defRPr>
            </a:lvl7pPr>
            <a:lvl8pPr algn="l">
              <a:defRPr sz="2175" b="0">
                <a:solidFill>
                  <a:srgbClr val="153444"/>
                </a:solidFill>
                <a:latin typeface="Arial"/>
                <a:ea typeface="Arial"/>
                <a:cs typeface="Arial"/>
              </a:defRPr>
            </a:lvl8pPr>
            <a:lvl9pPr algn="l">
              <a:defRPr sz="2175" b="0">
                <a:solidFill>
                  <a:srgbClr val="153444"/>
                </a:solidFill>
                <a:latin typeface="Arial"/>
                <a:ea typeface="Arial"/>
                <a:cs typeface="Arial"/>
              </a:defRPr>
            </a:lvl9pPr>
          </a:lstStyle>
          <a:p xmlns:a="http://schemas.openxmlformats.org/drawingml/2006/main">
            <a:pPr algn="l">
              <a:buNone/>
              <a:defRPr sz="2175" b="0">
                <a:solidFill>
                  <a:srgbClr val="153444"/>
                </a:solidFill>
                <a:latin typeface="Arial"/>
                <a:ea typeface="Arial"/>
                <a:cs typeface="Arial"/>
              </a:defRPr>
            </a:pPr>
            <a:r>
              <a:rPr sz="2175" b="0">
                <a:solidFill>
                  <a:srgbClr val="153444"/>
                </a:solidFill>
                <a:latin typeface="Arial"/>
                <a:ea typeface="Arial"/>
                <a:cs typeface="Arial"/>
              </a:rPr>
              <a:t>Demostrar el incremento</a:t>
            </a:r>
          </a:p>
          <a:p xmlns:a="http://schemas.openxmlformats.org/drawingml/2006/main">
            <a:pPr algn="l">
              <a:buNone/>
              <a:defRPr sz="2175" b="0">
                <a:solidFill>
                  <a:srgbClr val="153444"/>
                </a:solidFill>
                <a:latin typeface="Arial"/>
                <a:ea typeface="Arial"/>
                <a:cs typeface="Arial"/>
              </a:defRPr>
            </a:pPr>
            <a:r>
              <a:rPr sz="2175" b="0">
                <a:solidFill>
                  <a:srgbClr val="153444"/>
                </a:solidFill>
                <a:latin typeface="Arial"/>
                <a:ea typeface="Arial"/>
                <a:cs typeface="Arial"/>
              </a:rPr>
              <a:t>Registrar aceptación y observaciones</a:t>
            </a:r>
          </a:p>
        </p:txBody>
      </p:sp>
      <p:sp>
        <p:nvSpPr>
          <p:cNvPr id="12" name="Código ejecutable y pruebas verdes son parte ">
            <a:extLst xmlns:a="http://schemas.openxmlformats.org/drawingml/2006/main">
              <a:ext uri="{FF2B5EF4-FFF2-40B4-BE49-F238E27FC236}">
                <a16:creationId xmlns:a16="http://schemas.microsoft.com/office/drawing/2014/main" id="{57CCE4F8-F2CB-49C2-823E-3C1C7A0630E0}"/>
              </a:ext>
            </a:extLst>
          </p:cNvPr>
          <p:cNvSpPr>
            <a:spLocks xmlns:a="http://schemas.openxmlformats.org/drawingml/2006/main" noGrp="1"/>
          </p:cNvSpPr>
          <p:nvPr/>
        </p:nvSpPr>
        <p:spPr>
          <a:xfrm xmlns:a="http://schemas.openxmlformats.org/drawingml/2006/main">
            <a:off x="457200" y="6191250"/>
            <a:ext cx="11277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125" b="0">
                <a:solidFill>
                  <a:srgbClr val="55707D"/>
                </a:solidFill>
                <a:latin typeface="Arial"/>
                <a:ea typeface="Arial"/>
                <a:cs typeface="Arial"/>
              </a:defRPr>
            </a:defPPr>
            <a:lvl1pPr algn="l">
              <a:defRPr sz="1125" b="0">
                <a:solidFill>
                  <a:srgbClr val="55707D"/>
                </a:solidFill>
                <a:latin typeface="Arial"/>
                <a:ea typeface="Arial"/>
                <a:cs typeface="Arial"/>
              </a:defRPr>
            </a:lvl1pPr>
            <a:lvl2pPr algn="l">
              <a:defRPr sz="1125" b="0">
                <a:solidFill>
                  <a:srgbClr val="55707D"/>
                </a:solidFill>
                <a:latin typeface="Arial"/>
                <a:ea typeface="Arial"/>
                <a:cs typeface="Arial"/>
              </a:defRPr>
            </a:lvl2pPr>
            <a:lvl3pPr algn="l">
              <a:defRPr sz="1125" b="0">
                <a:solidFill>
                  <a:srgbClr val="55707D"/>
                </a:solidFill>
                <a:latin typeface="Arial"/>
                <a:ea typeface="Arial"/>
                <a:cs typeface="Arial"/>
              </a:defRPr>
            </a:lvl3pPr>
            <a:lvl4pPr algn="l">
              <a:defRPr sz="1125" b="0">
                <a:solidFill>
                  <a:srgbClr val="55707D"/>
                </a:solidFill>
                <a:latin typeface="Arial"/>
                <a:ea typeface="Arial"/>
                <a:cs typeface="Arial"/>
              </a:defRPr>
            </a:lvl4pPr>
            <a:lvl5pPr algn="l">
              <a:defRPr sz="1125" b="0">
                <a:solidFill>
                  <a:srgbClr val="55707D"/>
                </a:solidFill>
                <a:latin typeface="Arial"/>
                <a:ea typeface="Arial"/>
                <a:cs typeface="Arial"/>
              </a:defRPr>
            </a:lvl5pPr>
            <a:lvl6pPr algn="l">
              <a:defRPr sz="1125" b="0">
                <a:solidFill>
                  <a:srgbClr val="55707D"/>
                </a:solidFill>
                <a:latin typeface="Arial"/>
                <a:ea typeface="Arial"/>
                <a:cs typeface="Arial"/>
              </a:defRPr>
            </a:lvl6pPr>
            <a:lvl7pPr algn="l">
              <a:defRPr sz="1125" b="0">
                <a:solidFill>
                  <a:srgbClr val="55707D"/>
                </a:solidFill>
                <a:latin typeface="Arial"/>
                <a:ea typeface="Arial"/>
                <a:cs typeface="Arial"/>
              </a:defRPr>
            </a:lvl7pPr>
            <a:lvl8pPr algn="l">
              <a:defRPr sz="1125" b="0">
                <a:solidFill>
                  <a:srgbClr val="55707D"/>
                </a:solidFill>
                <a:latin typeface="Arial"/>
                <a:ea typeface="Arial"/>
                <a:cs typeface="Arial"/>
              </a:defRPr>
            </a:lvl8pPr>
            <a:lvl9pPr algn="l">
              <a:defRPr sz="1125" b="0">
                <a:solidFill>
                  <a:srgbClr val="55707D"/>
                </a:solidFill>
                <a:latin typeface="Arial"/>
                <a:ea typeface="Arial"/>
                <a:cs typeface="Arial"/>
              </a:defRPr>
            </a:lvl9pPr>
          </a:lstStyle>
          <a:p xmlns:a="http://schemas.openxmlformats.org/drawingml/2006/main">
            <a:pPr algn="l">
              <a:buNone/>
              <a:defRPr sz="1125" b="0">
                <a:solidFill>
                  <a:srgbClr val="55707D"/>
                </a:solidFill>
                <a:latin typeface="Arial"/>
                <a:ea typeface="Arial"/>
                <a:cs typeface="Arial"/>
              </a:defRPr>
            </a:pPr>
            <a:r>
              <a:rPr sz="1125" b="0">
                <a:solidFill>
                  <a:srgbClr val="55707D"/>
                </a:solidFill>
                <a:latin typeface="Arial"/>
                <a:ea typeface="Arial"/>
                <a:cs typeface="Arial"/>
              </a:rPr>
              <a:t>PO y docente completarán los criterios en docs/SPRINT_REVIEW_ACCEPTANCE.md.</a:t>
            </a:r>
          </a:p>
        </p:txBody>
      </p:sp>
    </p:spTree>
    <p:extLst>
      <p:ext uri="{BB962C8B-B14F-4D97-AF65-F5344CB8AC3E}">
        <p14:creationId xmlns:p14="http://schemas.microsoft.com/office/powerpoint/2010/main" val="528707631"/>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0570B0DD-A524-4BAD-BC81-4A84C8845906}"/>
              </a:ext>
            </a:extLst>
          </p:cNvPr>
          <p:cNvSpPr>
            <a:spLocks xmlns:a="http://schemas.openxmlformats.org/drawingml/2006/main" noGrp="1"/>
          </p:cNvSpPr>
          <p:nvPr/>
        </p:nvSpPr>
        <p:spPr>
          <a:xfrm xmlns:a="http://schemas.openxmlformats.org/drawingml/2006/main">
            <a:off x="0" y="0"/>
            <a:ext cx="12192000" cy="990600"/>
          </a:xfrm>
          <a:prstGeom xmlns:a="http://schemas.openxmlformats.org/drawingml/2006/main" prst="rect">
            <a:avLst/>
          </a:prstGeom>
          <a:solidFill xmlns:a="http://schemas.openxmlformats.org/drawingml/2006/main">
            <a:srgbClr val="104D70"/>
          </a:solidFill>
          <a:ln xmlns:a="http://schemas.openxmlformats.org/drawingml/2006/main" w="0">
            <a:noFill/>
          </a:ln>
        </p:spPr>
      </p:sp>
      <p:sp>
        <p:nvSpPr>
          <p:cNvPr id="2" name="Sprint 3 debe proteger el objetivo de mora">
            <a:extLst xmlns:a="http://schemas.openxmlformats.org/drawingml/2006/main">
              <a:ext uri="{FF2B5EF4-FFF2-40B4-BE49-F238E27FC236}">
                <a16:creationId xmlns:a16="http://schemas.microsoft.com/office/drawing/2014/main" id="{07D4989A-D891-4DD5-B2EE-B917DE4BCF68}"/>
              </a:ext>
            </a:extLst>
          </p:cNvPr>
          <p:cNvSpPr>
            <a:spLocks xmlns:a="http://schemas.openxmlformats.org/drawingml/2006/main" noGrp="1"/>
          </p:cNvSpPr>
          <p:nvPr/>
        </p:nvSpPr>
        <p:spPr>
          <a:xfrm xmlns:a="http://schemas.openxmlformats.org/drawingml/2006/main">
            <a:off x="457200" y="276225"/>
            <a:ext cx="11239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850" b="1">
                <a:solidFill>
                  <a:srgbClr val="FFFFFF"/>
                </a:solidFill>
                <a:latin typeface="Arial"/>
                <a:ea typeface="Arial"/>
                <a:cs typeface="Arial"/>
              </a:defRPr>
            </a:defPPr>
            <a:lvl1pPr algn="l">
              <a:defRPr sz="2850" b="1">
                <a:solidFill>
                  <a:srgbClr val="FFFFFF"/>
                </a:solidFill>
                <a:latin typeface="Arial"/>
                <a:ea typeface="Arial"/>
                <a:cs typeface="Arial"/>
              </a:defRPr>
            </a:lvl1pPr>
            <a:lvl2pPr algn="l">
              <a:defRPr sz="2850" b="1">
                <a:solidFill>
                  <a:srgbClr val="FFFFFF"/>
                </a:solidFill>
                <a:latin typeface="Arial"/>
                <a:ea typeface="Arial"/>
                <a:cs typeface="Arial"/>
              </a:defRPr>
            </a:lvl2pPr>
            <a:lvl3pPr algn="l">
              <a:defRPr sz="2850" b="1">
                <a:solidFill>
                  <a:srgbClr val="FFFFFF"/>
                </a:solidFill>
                <a:latin typeface="Arial"/>
                <a:ea typeface="Arial"/>
                <a:cs typeface="Arial"/>
              </a:defRPr>
            </a:lvl3pPr>
            <a:lvl4pPr algn="l">
              <a:defRPr sz="2850" b="1">
                <a:solidFill>
                  <a:srgbClr val="FFFFFF"/>
                </a:solidFill>
                <a:latin typeface="Arial"/>
                <a:ea typeface="Arial"/>
                <a:cs typeface="Arial"/>
              </a:defRPr>
            </a:lvl4pPr>
            <a:lvl5pPr algn="l">
              <a:defRPr sz="2850" b="1">
                <a:solidFill>
                  <a:srgbClr val="FFFFFF"/>
                </a:solidFill>
                <a:latin typeface="Arial"/>
                <a:ea typeface="Arial"/>
                <a:cs typeface="Arial"/>
              </a:defRPr>
            </a:lvl5pPr>
            <a:lvl6pPr algn="l">
              <a:defRPr sz="2850" b="1">
                <a:solidFill>
                  <a:srgbClr val="FFFFFF"/>
                </a:solidFill>
                <a:latin typeface="Arial"/>
                <a:ea typeface="Arial"/>
                <a:cs typeface="Arial"/>
              </a:defRPr>
            </a:lvl6pPr>
            <a:lvl7pPr algn="l">
              <a:defRPr sz="2850" b="1">
                <a:solidFill>
                  <a:srgbClr val="FFFFFF"/>
                </a:solidFill>
                <a:latin typeface="Arial"/>
                <a:ea typeface="Arial"/>
                <a:cs typeface="Arial"/>
              </a:defRPr>
            </a:lvl7pPr>
            <a:lvl8pPr algn="l">
              <a:defRPr sz="2850" b="1">
                <a:solidFill>
                  <a:srgbClr val="FFFFFF"/>
                </a:solidFill>
                <a:latin typeface="Arial"/>
                <a:ea typeface="Arial"/>
                <a:cs typeface="Arial"/>
              </a:defRPr>
            </a:lvl8pPr>
            <a:lvl9pPr algn="l">
              <a:defRPr sz="2850" b="1">
                <a:solidFill>
                  <a:srgbClr val="FFFFFF"/>
                </a:solidFill>
                <a:latin typeface="Arial"/>
                <a:ea typeface="Arial"/>
                <a:cs typeface="Arial"/>
              </a:defRPr>
            </a:lvl9pPr>
          </a:lstStyle>
          <a:p xmlns:a="http://schemas.openxmlformats.org/drawingml/2006/main">
            <a:pPr algn="l">
              <a:buNone/>
              <a:defRPr sz="2850" b="1">
                <a:solidFill>
                  <a:srgbClr val="FFFFFF"/>
                </a:solidFill>
                <a:latin typeface="Arial"/>
                <a:ea typeface="Arial"/>
                <a:cs typeface="Arial"/>
              </a:defRPr>
            </a:pPr>
            <a:r>
              <a:rPr sz="2850" b="1">
                <a:solidFill>
                  <a:srgbClr val="FFFFFF"/>
                </a:solidFill>
                <a:latin typeface="Arial"/>
                <a:ea typeface="Arial"/>
                <a:cs typeface="Arial"/>
              </a:rPr>
              <a:t>Sprint 3 debe proteger el objetivo de mora</a:t>
            </a:r>
          </a:p>
        </p:txBody>
      </p:sp>
      <p:sp>
        <p:nvSpPr>
          <p:cNvPr id="3" name="PLAN PROPUESTO · SUJETO A PRIORIZACIÓN">
            <a:extLst xmlns:a="http://schemas.openxmlformats.org/drawingml/2006/main">
              <a:ext uri="{FF2B5EF4-FFF2-40B4-BE49-F238E27FC236}">
                <a16:creationId xmlns:a16="http://schemas.microsoft.com/office/drawing/2014/main" id="{A924AC86-21F0-4D5B-BD06-673F77CDA6F1}"/>
              </a:ext>
            </a:extLst>
          </p:cNvPr>
          <p:cNvSpPr>
            <a:spLocks xmlns:a="http://schemas.openxmlformats.org/drawingml/2006/main" noGrp="1"/>
          </p:cNvSpPr>
          <p:nvPr/>
        </p:nvSpPr>
        <p:spPr>
          <a:xfrm xmlns:a="http://schemas.openxmlformats.org/drawingml/2006/main">
            <a:off x="457200" y="1200150"/>
            <a:ext cx="11191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125" b="1">
                <a:solidFill>
                  <a:srgbClr val="55707D"/>
                </a:solidFill>
                <a:latin typeface="Arial"/>
                <a:ea typeface="Arial"/>
                <a:cs typeface="Arial"/>
              </a:defRPr>
            </a:defPPr>
            <a:lvl1pPr algn="l">
              <a:defRPr sz="1125" b="1">
                <a:solidFill>
                  <a:srgbClr val="55707D"/>
                </a:solidFill>
                <a:latin typeface="Arial"/>
                <a:ea typeface="Arial"/>
                <a:cs typeface="Arial"/>
              </a:defRPr>
            </a:lvl1pPr>
            <a:lvl2pPr algn="l">
              <a:defRPr sz="1125" b="1">
                <a:solidFill>
                  <a:srgbClr val="55707D"/>
                </a:solidFill>
                <a:latin typeface="Arial"/>
                <a:ea typeface="Arial"/>
                <a:cs typeface="Arial"/>
              </a:defRPr>
            </a:lvl2pPr>
            <a:lvl3pPr algn="l">
              <a:defRPr sz="1125" b="1">
                <a:solidFill>
                  <a:srgbClr val="55707D"/>
                </a:solidFill>
                <a:latin typeface="Arial"/>
                <a:ea typeface="Arial"/>
                <a:cs typeface="Arial"/>
              </a:defRPr>
            </a:lvl3pPr>
            <a:lvl4pPr algn="l">
              <a:defRPr sz="1125" b="1">
                <a:solidFill>
                  <a:srgbClr val="55707D"/>
                </a:solidFill>
                <a:latin typeface="Arial"/>
                <a:ea typeface="Arial"/>
                <a:cs typeface="Arial"/>
              </a:defRPr>
            </a:lvl4pPr>
            <a:lvl5pPr algn="l">
              <a:defRPr sz="1125" b="1">
                <a:solidFill>
                  <a:srgbClr val="55707D"/>
                </a:solidFill>
                <a:latin typeface="Arial"/>
                <a:ea typeface="Arial"/>
                <a:cs typeface="Arial"/>
              </a:defRPr>
            </a:lvl5pPr>
            <a:lvl6pPr algn="l">
              <a:defRPr sz="1125" b="1">
                <a:solidFill>
                  <a:srgbClr val="55707D"/>
                </a:solidFill>
                <a:latin typeface="Arial"/>
                <a:ea typeface="Arial"/>
                <a:cs typeface="Arial"/>
              </a:defRPr>
            </a:lvl6pPr>
            <a:lvl7pPr algn="l">
              <a:defRPr sz="1125" b="1">
                <a:solidFill>
                  <a:srgbClr val="55707D"/>
                </a:solidFill>
                <a:latin typeface="Arial"/>
                <a:ea typeface="Arial"/>
                <a:cs typeface="Arial"/>
              </a:defRPr>
            </a:lvl7pPr>
            <a:lvl8pPr algn="l">
              <a:defRPr sz="1125" b="1">
                <a:solidFill>
                  <a:srgbClr val="55707D"/>
                </a:solidFill>
                <a:latin typeface="Arial"/>
                <a:ea typeface="Arial"/>
                <a:cs typeface="Arial"/>
              </a:defRPr>
            </a:lvl8pPr>
            <a:lvl9pPr algn="l">
              <a:defRPr sz="1125" b="1">
                <a:solidFill>
                  <a:srgbClr val="55707D"/>
                </a:solidFill>
                <a:latin typeface="Arial"/>
                <a:ea typeface="Arial"/>
                <a:cs typeface="Arial"/>
              </a:defRPr>
            </a:lvl9pPr>
          </a:lstStyle>
          <a:p xmlns:a="http://schemas.openxmlformats.org/drawingml/2006/main">
            <a:pPr algn="l">
              <a:buNone/>
              <a:defRPr sz="1125" b="1">
                <a:solidFill>
                  <a:srgbClr val="55707D"/>
                </a:solidFill>
                <a:latin typeface="Arial"/>
                <a:ea typeface="Arial"/>
                <a:cs typeface="Arial"/>
              </a:defRPr>
            </a:pPr>
            <a:r>
              <a:rPr sz="1125" b="1">
                <a:solidFill>
                  <a:srgbClr val="55707D"/>
                </a:solidFill>
                <a:latin typeface="Arial"/>
                <a:ea typeface="Arial"/>
                <a:cs typeface="Arial"/>
              </a:rPr>
              <a:t>PLAN PROPUESTO · SUJETO A PRIORIZACIÓN</a:t>
            </a:r>
          </a:p>
        </p:txBody>
      </p:sp>
      <p:sp>
        <p:nvSpPr>
          <p:cNvPr id="4" name="">
            <a:extLst xmlns:a="http://schemas.openxmlformats.org/drawingml/2006/main">
              <a:ext uri="{FF2B5EF4-FFF2-40B4-BE49-F238E27FC236}">
                <a16:creationId xmlns:a16="http://schemas.microsoft.com/office/drawing/2014/main" id="{7287391F-D3C0-4514-8BB1-F1276DD811F3}"/>
              </a:ext>
            </a:extLst>
          </p:cNvPr>
          <p:cNvSpPr>
            <a:spLocks xmlns:a="http://schemas.openxmlformats.org/drawingml/2006/main" noGrp="1"/>
          </p:cNvSpPr>
          <p:nvPr/>
        </p:nvSpPr>
        <p:spPr>
          <a:xfrm xmlns:a="http://schemas.openxmlformats.org/drawingml/2006/main">
            <a:off x="0" y="6543675"/>
            <a:ext cx="12192000" cy="314325"/>
          </a:xfrm>
          <a:prstGeom xmlns:a="http://schemas.openxmlformats.org/drawingml/2006/main" prst="rect">
            <a:avLst/>
          </a:prstGeom>
          <a:solidFill xmlns:a="http://schemas.openxmlformats.org/drawingml/2006/main">
            <a:srgbClr val="104D70"/>
          </a:solidFill>
          <a:ln xmlns:a="http://schemas.openxmlformats.org/drawingml/2006/main" w="0">
            <a:noFill/>
          </a:ln>
        </p:spPr>
      </p:sp>
      <p:sp>
        <p:nvSpPr>
          <p:cNvPr id="5" name="DataForge Consulting · FinBank">
            <a:extLst xmlns:a="http://schemas.openxmlformats.org/drawingml/2006/main">
              <a:ext uri="{FF2B5EF4-FFF2-40B4-BE49-F238E27FC236}">
                <a16:creationId xmlns:a16="http://schemas.microsoft.com/office/drawing/2014/main" id="{01EC15FB-FD27-47AB-B569-DE8EF175B785}"/>
              </a:ext>
            </a:extLst>
          </p:cNvPr>
          <p:cNvSpPr>
            <a:spLocks xmlns:a="http://schemas.openxmlformats.org/drawingml/2006/main" noGrp="1"/>
          </p:cNvSpPr>
          <p:nvPr/>
        </p:nvSpPr>
        <p:spPr>
          <a:xfrm xmlns:a="http://schemas.openxmlformats.org/drawingml/2006/main">
            <a:off x="457200" y="6619875"/>
            <a:ext cx="5429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050" b="0">
                <a:solidFill>
                  <a:srgbClr val="FFFFFF"/>
                </a:solidFill>
                <a:latin typeface="Arial"/>
                <a:ea typeface="Arial"/>
                <a:cs typeface="Arial"/>
              </a:defRPr>
            </a:defPPr>
            <a:lvl1pPr algn="l">
              <a:defRPr sz="1050" b="0">
                <a:solidFill>
                  <a:srgbClr val="FFFFFF"/>
                </a:solidFill>
                <a:latin typeface="Arial"/>
                <a:ea typeface="Arial"/>
                <a:cs typeface="Arial"/>
              </a:defRPr>
            </a:lvl1pPr>
            <a:lvl2pPr algn="l">
              <a:defRPr sz="1050" b="0">
                <a:solidFill>
                  <a:srgbClr val="FFFFFF"/>
                </a:solidFill>
                <a:latin typeface="Arial"/>
                <a:ea typeface="Arial"/>
                <a:cs typeface="Arial"/>
              </a:defRPr>
            </a:lvl2pPr>
            <a:lvl3pPr algn="l">
              <a:defRPr sz="1050" b="0">
                <a:solidFill>
                  <a:srgbClr val="FFFFFF"/>
                </a:solidFill>
                <a:latin typeface="Arial"/>
                <a:ea typeface="Arial"/>
                <a:cs typeface="Arial"/>
              </a:defRPr>
            </a:lvl3pPr>
            <a:lvl4pPr algn="l">
              <a:defRPr sz="1050" b="0">
                <a:solidFill>
                  <a:srgbClr val="FFFFFF"/>
                </a:solidFill>
                <a:latin typeface="Arial"/>
                <a:ea typeface="Arial"/>
                <a:cs typeface="Arial"/>
              </a:defRPr>
            </a:lvl4pPr>
            <a:lvl5pPr algn="l">
              <a:defRPr sz="1050" b="0">
                <a:solidFill>
                  <a:srgbClr val="FFFFFF"/>
                </a:solidFill>
                <a:latin typeface="Arial"/>
                <a:ea typeface="Arial"/>
                <a:cs typeface="Arial"/>
              </a:defRPr>
            </a:lvl5pPr>
            <a:lvl6pPr algn="l">
              <a:defRPr sz="1050" b="0">
                <a:solidFill>
                  <a:srgbClr val="FFFFFF"/>
                </a:solidFill>
                <a:latin typeface="Arial"/>
                <a:ea typeface="Arial"/>
                <a:cs typeface="Arial"/>
              </a:defRPr>
            </a:lvl6pPr>
            <a:lvl7pPr algn="l">
              <a:defRPr sz="1050" b="0">
                <a:solidFill>
                  <a:srgbClr val="FFFFFF"/>
                </a:solidFill>
                <a:latin typeface="Arial"/>
                <a:ea typeface="Arial"/>
                <a:cs typeface="Arial"/>
              </a:defRPr>
            </a:lvl7pPr>
            <a:lvl8pPr algn="l">
              <a:defRPr sz="1050" b="0">
                <a:solidFill>
                  <a:srgbClr val="FFFFFF"/>
                </a:solidFill>
                <a:latin typeface="Arial"/>
                <a:ea typeface="Arial"/>
                <a:cs typeface="Arial"/>
              </a:defRPr>
            </a:lvl8pPr>
            <a:lvl9pPr algn="l">
              <a:defRPr sz="1050" b="0">
                <a:solidFill>
                  <a:srgbClr val="FFFFFF"/>
                </a:solidFill>
                <a:latin typeface="Arial"/>
                <a:ea typeface="Arial"/>
                <a:cs typeface="Arial"/>
              </a:defRPr>
            </a:lvl9pPr>
          </a:lstStyle>
          <a:p xmlns:a="http://schemas.openxmlformats.org/drawingml/2006/main">
            <a:pPr algn="l">
              <a:buNone/>
              <a:defRPr sz="1050" b="0">
                <a:solidFill>
                  <a:srgbClr val="FFFFFF"/>
                </a:solidFill>
                <a:latin typeface="Arial"/>
                <a:ea typeface="Arial"/>
                <a:cs typeface="Arial"/>
              </a:defRPr>
            </a:pPr>
            <a:r>
              <a:rPr sz="1050" b="0">
                <a:solidFill>
                  <a:srgbClr val="FFFFFF"/>
                </a:solidFill>
                <a:latin typeface="Arial"/>
                <a:ea typeface="Arial"/>
                <a:cs typeface="Arial"/>
              </a:rPr>
              <a:t>DataForge Consulting · FinBank</a:t>
            </a:r>
          </a:p>
        </p:txBody>
      </p:sp>
      <p:sp>
        <p:nvSpPr>
          <p:cNvPr id="6" name="Daniel Martínez  |  14">
            <a:extLst xmlns:a="http://schemas.openxmlformats.org/drawingml/2006/main">
              <a:ext uri="{FF2B5EF4-FFF2-40B4-BE49-F238E27FC236}">
                <a16:creationId xmlns:a16="http://schemas.microsoft.com/office/drawing/2014/main" id="{67CFA9F0-4CF4-4C3E-9499-6A8DF522E020}"/>
              </a:ext>
            </a:extLst>
          </p:cNvPr>
          <p:cNvSpPr>
            <a:spLocks xmlns:a="http://schemas.openxmlformats.org/drawingml/2006/main" noGrp="1"/>
          </p:cNvSpPr>
          <p:nvPr/>
        </p:nvSpPr>
        <p:spPr>
          <a:xfrm xmlns:a="http://schemas.openxmlformats.org/drawingml/2006/main">
            <a:off x="7048500" y="6619875"/>
            <a:ext cx="466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r">
              <a:defRPr sz="1050" b="0">
                <a:solidFill>
                  <a:srgbClr val="FFFFFF"/>
                </a:solidFill>
                <a:latin typeface="Arial"/>
                <a:ea typeface="Arial"/>
                <a:cs typeface="Arial"/>
              </a:defRPr>
            </a:defPPr>
            <a:lvl1pPr algn="r">
              <a:defRPr sz="1050" b="0">
                <a:solidFill>
                  <a:srgbClr val="FFFFFF"/>
                </a:solidFill>
                <a:latin typeface="Arial"/>
                <a:ea typeface="Arial"/>
                <a:cs typeface="Arial"/>
              </a:defRPr>
            </a:lvl1pPr>
            <a:lvl2pPr algn="r">
              <a:defRPr sz="1050" b="0">
                <a:solidFill>
                  <a:srgbClr val="FFFFFF"/>
                </a:solidFill>
                <a:latin typeface="Arial"/>
                <a:ea typeface="Arial"/>
                <a:cs typeface="Arial"/>
              </a:defRPr>
            </a:lvl2pPr>
            <a:lvl3pPr algn="r">
              <a:defRPr sz="1050" b="0">
                <a:solidFill>
                  <a:srgbClr val="FFFFFF"/>
                </a:solidFill>
                <a:latin typeface="Arial"/>
                <a:ea typeface="Arial"/>
                <a:cs typeface="Arial"/>
              </a:defRPr>
            </a:lvl3pPr>
            <a:lvl4pPr algn="r">
              <a:defRPr sz="1050" b="0">
                <a:solidFill>
                  <a:srgbClr val="FFFFFF"/>
                </a:solidFill>
                <a:latin typeface="Arial"/>
                <a:ea typeface="Arial"/>
                <a:cs typeface="Arial"/>
              </a:defRPr>
            </a:lvl4pPr>
            <a:lvl5pPr algn="r">
              <a:defRPr sz="1050" b="0">
                <a:solidFill>
                  <a:srgbClr val="FFFFFF"/>
                </a:solidFill>
                <a:latin typeface="Arial"/>
                <a:ea typeface="Arial"/>
                <a:cs typeface="Arial"/>
              </a:defRPr>
            </a:lvl5pPr>
            <a:lvl6pPr algn="r">
              <a:defRPr sz="1050" b="0">
                <a:solidFill>
                  <a:srgbClr val="FFFFFF"/>
                </a:solidFill>
                <a:latin typeface="Arial"/>
                <a:ea typeface="Arial"/>
                <a:cs typeface="Arial"/>
              </a:defRPr>
            </a:lvl6pPr>
            <a:lvl7pPr algn="r">
              <a:defRPr sz="1050" b="0">
                <a:solidFill>
                  <a:srgbClr val="FFFFFF"/>
                </a:solidFill>
                <a:latin typeface="Arial"/>
                <a:ea typeface="Arial"/>
                <a:cs typeface="Arial"/>
              </a:defRPr>
            </a:lvl7pPr>
            <a:lvl8pPr algn="r">
              <a:defRPr sz="1050" b="0">
                <a:solidFill>
                  <a:srgbClr val="FFFFFF"/>
                </a:solidFill>
                <a:latin typeface="Arial"/>
                <a:ea typeface="Arial"/>
                <a:cs typeface="Arial"/>
              </a:defRPr>
            </a:lvl8pPr>
            <a:lvl9pPr algn="r">
              <a:defRPr sz="1050" b="0">
                <a:solidFill>
                  <a:srgbClr val="FFFFFF"/>
                </a:solidFill>
                <a:latin typeface="Arial"/>
                <a:ea typeface="Arial"/>
                <a:cs typeface="Arial"/>
              </a:defRPr>
            </a:lvl9pPr>
          </a:lstStyle>
          <a:p xmlns:a="http://schemas.openxmlformats.org/drawingml/2006/main">
            <a:pPr algn="r">
              <a:buNone/>
              <a:defRPr sz="1050" b="0">
                <a:solidFill>
                  <a:srgbClr val="FFFFFF"/>
                </a:solidFill>
                <a:latin typeface="Arial"/>
                <a:ea typeface="Arial"/>
                <a:cs typeface="Arial"/>
              </a:defRPr>
            </a:pPr>
            <a:r>
              <a:rPr sz="1050" b="0">
                <a:solidFill>
                  <a:srgbClr val="FFFFFF"/>
                </a:solidFill>
                <a:latin typeface="Arial"/>
                <a:ea typeface="Arial"/>
                <a:cs typeface="Arial"/>
              </a:rPr>
              <a:t>Daniel Martínez  |  14</a:t>
            </a:r>
          </a:p>
        </p:txBody>
      </p:sp>
      <p:sp>
        <p:nvSpPr>
          <p:cNvPr id="7" name="13 puntos">
            <a:extLst xmlns:a="http://schemas.openxmlformats.org/drawingml/2006/main">
              <a:ext uri="{FF2B5EF4-FFF2-40B4-BE49-F238E27FC236}">
                <a16:creationId xmlns:a16="http://schemas.microsoft.com/office/drawing/2014/main" id="{D2F8F92A-58FD-4D78-B434-CB9300863E0D}"/>
              </a:ext>
            </a:extLst>
          </p:cNvPr>
          <p:cNvSpPr>
            <a:spLocks xmlns:a="http://schemas.openxmlformats.org/drawingml/2006/main" noGrp="1"/>
          </p:cNvSpPr>
          <p:nvPr/>
        </p:nvSpPr>
        <p:spPr>
          <a:xfrm xmlns:a="http://schemas.openxmlformats.org/drawingml/2006/main">
            <a:off x="457200" y="1924050"/>
            <a:ext cx="5334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5550" b="1">
                <a:solidFill>
                  <a:srgbClr val="10998D"/>
                </a:solidFill>
                <a:latin typeface="Arial"/>
                <a:ea typeface="Arial"/>
                <a:cs typeface="Arial"/>
              </a:defRPr>
            </a:defPPr>
            <a:lvl1pPr algn="l">
              <a:defRPr sz="5550" b="1">
                <a:solidFill>
                  <a:srgbClr val="10998D"/>
                </a:solidFill>
                <a:latin typeface="Arial"/>
                <a:ea typeface="Arial"/>
                <a:cs typeface="Arial"/>
              </a:defRPr>
            </a:lvl1pPr>
            <a:lvl2pPr algn="l">
              <a:defRPr sz="5550" b="1">
                <a:solidFill>
                  <a:srgbClr val="10998D"/>
                </a:solidFill>
                <a:latin typeface="Arial"/>
                <a:ea typeface="Arial"/>
                <a:cs typeface="Arial"/>
              </a:defRPr>
            </a:lvl2pPr>
            <a:lvl3pPr algn="l">
              <a:defRPr sz="5550" b="1">
                <a:solidFill>
                  <a:srgbClr val="10998D"/>
                </a:solidFill>
                <a:latin typeface="Arial"/>
                <a:ea typeface="Arial"/>
                <a:cs typeface="Arial"/>
              </a:defRPr>
            </a:lvl3pPr>
            <a:lvl4pPr algn="l">
              <a:defRPr sz="5550" b="1">
                <a:solidFill>
                  <a:srgbClr val="10998D"/>
                </a:solidFill>
                <a:latin typeface="Arial"/>
                <a:ea typeface="Arial"/>
                <a:cs typeface="Arial"/>
              </a:defRPr>
            </a:lvl4pPr>
            <a:lvl5pPr algn="l">
              <a:defRPr sz="5550" b="1">
                <a:solidFill>
                  <a:srgbClr val="10998D"/>
                </a:solidFill>
                <a:latin typeface="Arial"/>
                <a:ea typeface="Arial"/>
                <a:cs typeface="Arial"/>
              </a:defRPr>
            </a:lvl5pPr>
            <a:lvl6pPr algn="l">
              <a:defRPr sz="5550" b="1">
                <a:solidFill>
                  <a:srgbClr val="10998D"/>
                </a:solidFill>
                <a:latin typeface="Arial"/>
                <a:ea typeface="Arial"/>
                <a:cs typeface="Arial"/>
              </a:defRPr>
            </a:lvl6pPr>
            <a:lvl7pPr algn="l">
              <a:defRPr sz="5550" b="1">
                <a:solidFill>
                  <a:srgbClr val="10998D"/>
                </a:solidFill>
                <a:latin typeface="Arial"/>
                <a:ea typeface="Arial"/>
                <a:cs typeface="Arial"/>
              </a:defRPr>
            </a:lvl7pPr>
            <a:lvl8pPr algn="l">
              <a:defRPr sz="5550" b="1">
                <a:solidFill>
                  <a:srgbClr val="10998D"/>
                </a:solidFill>
                <a:latin typeface="Arial"/>
                <a:ea typeface="Arial"/>
                <a:cs typeface="Arial"/>
              </a:defRPr>
            </a:lvl8pPr>
            <a:lvl9pPr algn="l">
              <a:defRPr sz="5550" b="1">
                <a:solidFill>
                  <a:srgbClr val="10998D"/>
                </a:solidFill>
                <a:latin typeface="Arial"/>
                <a:ea typeface="Arial"/>
                <a:cs typeface="Arial"/>
              </a:defRPr>
            </a:lvl9pPr>
          </a:lstStyle>
          <a:p xmlns:a="http://schemas.openxmlformats.org/drawingml/2006/main">
            <a:pPr algn="l">
              <a:buNone/>
              <a:defRPr sz="5550" b="1">
                <a:solidFill>
                  <a:srgbClr val="10998D"/>
                </a:solidFill>
                <a:latin typeface="Arial"/>
                <a:ea typeface="Arial"/>
                <a:cs typeface="Arial"/>
              </a:defRPr>
            </a:pPr>
            <a:r>
              <a:rPr sz="5550" b="1">
                <a:solidFill>
                  <a:srgbClr val="10998D"/>
                </a:solidFill>
                <a:latin typeface="Arial"/>
                <a:ea typeface="Arial"/>
                <a:cs typeface="Arial"/>
              </a:rPr>
              <a:t>13 puntos</a:t>
            </a:r>
          </a:p>
        </p:txBody>
      </p:sp>
      <p:sp>
        <p:nvSpPr>
          <p:cNvPr id="8" name="US-06 · Modelo base de mora">
            <a:extLst xmlns:a="http://schemas.openxmlformats.org/drawingml/2006/main">
              <a:ext uri="{FF2B5EF4-FFF2-40B4-BE49-F238E27FC236}">
                <a16:creationId xmlns:a16="http://schemas.microsoft.com/office/drawing/2014/main" id="{74734122-19C9-4500-B4F8-EF4FD4E4C71D}"/>
              </a:ext>
            </a:extLst>
          </p:cNvPr>
          <p:cNvSpPr>
            <a:spLocks xmlns:a="http://schemas.openxmlformats.org/drawingml/2006/main" noGrp="1"/>
          </p:cNvSpPr>
          <p:nvPr/>
        </p:nvSpPr>
        <p:spPr>
          <a:xfrm xmlns:a="http://schemas.openxmlformats.org/drawingml/2006/main">
            <a:off x="457200" y="3086100"/>
            <a:ext cx="5334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325" b="1">
                <a:solidFill>
                  <a:srgbClr val="104D70"/>
                </a:solidFill>
                <a:latin typeface="Arial"/>
                <a:ea typeface="Arial"/>
                <a:cs typeface="Arial"/>
              </a:defRPr>
            </a:defPPr>
            <a:lvl1pPr algn="l">
              <a:defRPr sz="2325" b="1">
                <a:solidFill>
                  <a:srgbClr val="104D70"/>
                </a:solidFill>
                <a:latin typeface="Arial"/>
                <a:ea typeface="Arial"/>
                <a:cs typeface="Arial"/>
              </a:defRPr>
            </a:lvl1pPr>
            <a:lvl2pPr algn="l">
              <a:defRPr sz="2325" b="1">
                <a:solidFill>
                  <a:srgbClr val="104D70"/>
                </a:solidFill>
                <a:latin typeface="Arial"/>
                <a:ea typeface="Arial"/>
                <a:cs typeface="Arial"/>
              </a:defRPr>
            </a:lvl2pPr>
            <a:lvl3pPr algn="l">
              <a:defRPr sz="2325" b="1">
                <a:solidFill>
                  <a:srgbClr val="104D70"/>
                </a:solidFill>
                <a:latin typeface="Arial"/>
                <a:ea typeface="Arial"/>
                <a:cs typeface="Arial"/>
              </a:defRPr>
            </a:lvl3pPr>
            <a:lvl4pPr algn="l">
              <a:defRPr sz="2325" b="1">
                <a:solidFill>
                  <a:srgbClr val="104D70"/>
                </a:solidFill>
                <a:latin typeface="Arial"/>
                <a:ea typeface="Arial"/>
                <a:cs typeface="Arial"/>
              </a:defRPr>
            </a:lvl4pPr>
            <a:lvl5pPr algn="l">
              <a:defRPr sz="2325" b="1">
                <a:solidFill>
                  <a:srgbClr val="104D70"/>
                </a:solidFill>
                <a:latin typeface="Arial"/>
                <a:ea typeface="Arial"/>
                <a:cs typeface="Arial"/>
              </a:defRPr>
            </a:lvl5pPr>
            <a:lvl6pPr algn="l">
              <a:defRPr sz="2325" b="1">
                <a:solidFill>
                  <a:srgbClr val="104D70"/>
                </a:solidFill>
                <a:latin typeface="Arial"/>
                <a:ea typeface="Arial"/>
                <a:cs typeface="Arial"/>
              </a:defRPr>
            </a:lvl6pPr>
            <a:lvl7pPr algn="l">
              <a:defRPr sz="2325" b="1">
                <a:solidFill>
                  <a:srgbClr val="104D70"/>
                </a:solidFill>
                <a:latin typeface="Arial"/>
                <a:ea typeface="Arial"/>
                <a:cs typeface="Arial"/>
              </a:defRPr>
            </a:lvl7pPr>
            <a:lvl8pPr algn="l">
              <a:defRPr sz="2325" b="1">
                <a:solidFill>
                  <a:srgbClr val="104D70"/>
                </a:solidFill>
                <a:latin typeface="Arial"/>
                <a:ea typeface="Arial"/>
                <a:cs typeface="Arial"/>
              </a:defRPr>
            </a:lvl8pPr>
            <a:lvl9pPr algn="l">
              <a:defRPr sz="2325" b="1">
                <a:solidFill>
                  <a:srgbClr val="104D70"/>
                </a:solidFill>
                <a:latin typeface="Arial"/>
                <a:ea typeface="Arial"/>
                <a:cs typeface="Arial"/>
              </a:defRPr>
            </a:lvl9pPr>
          </a:lstStyle>
          <a:p xmlns:a="http://schemas.openxmlformats.org/drawingml/2006/main">
            <a:pPr algn="l">
              <a:buNone/>
              <a:defRPr sz="2325" b="1">
                <a:solidFill>
                  <a:srgbClr val="104D70"/>
                </a:solidFill>
                <a:latin typeface="Arial"/>
                <a:ea typeface="Arial"/>
                <a:cs typeface="Arial"/>
              </a:defRPr>
            </a:pPr>
            <a:r>
              <a:rPr sz="2325" b="1">
                <a:solidFill>
                  <a:srgbClr val="104D70"/>
                </a:solidFill>
                <a:latin typeface="Arial"/>
                <a:ea typeface="Arial"/>
                <a:cs typeface="Arial"/>
              </a:rPr>
              <a:t>US-06 · Modelo base de mora</a:t>
            </a:r>
          </a:p>
        </p:txBody>
      </p:sp>
      <p:sp>
        <p:nvSpPr>
          <p:cNvPr id="9" name="Prioridad propuesta dentro de una referencia ">
            <a:extLst xmlns:a="http://schemas.openxmlformats.org/drawingml/2006/main">
              <a:ext uri="{FF2B5EF4-FFF2-40B4-BE49-F238E27FC236}">
                <a16:creationId xmlns:a16="http://schemas.microsoft.com/office/drawing/2014/main" id="{BF343100-B99A-48A2-A68D-74DA28A1FF4D}"/>
              </a:ext>
            </a:extLst>
          </p:cNvPr>
          <p:cNvSpPr>
            <a:spLocks xmlns:a="http://schemas.openxmlformats.org/drawingml/2006/main" noGrp="1"/>
          </p:cNvSpPr>
          <p:nvPr/>
        </p:nvSpPr>
        <p:spPr>
          <a:xfrm xmlns:a="http://schemas.openxmlformats.org/drawingml/2006/main">
            <a:off x="457200" y="4152900"/>
            <a:ext cx="5238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100" b="0">
                <a:solidFill>
                  <a:srgbClr val="153444"/>
                </a:solidFill>
                <a:latin typeface="Arial"/>
                <a:ea typeface="Arial"/>
                <a:cs typeface="Arial"/>
              </a:defRPr>
            </a:defPPr>
            <a:lvl1pPr algn="l">
              <a:defRPr sz="2100" b="0">
                <a:solidFill>
                  <a:srgbClr val="153444"/>
                </a:solidFill>
                <a:latin typeface="Arial"/>
                <a:ea typeface="Arial"/>
                <a:cs typeface="Arial"/>
              </a:defRPr>
            </a:lvl1pPr>
            <a:lvl2pPr algn="l">
              <a:defRPr sz="2100" b="0">
                <a:solidFill>
                  <a:srgbClr val="153444"/>
                </a:solidFill>
                <a:latin typeface="Arial"/>
                <a:ea typeface="Arial"/>
                <a:cs typeface="Arial"/>
              </a:defRPr>
            </a:lvl2pPr>
            <a:lvl3pPr algn="l">
              <a:defRPr sz="2100" b="0">
                <a:solidFill>
                  <a:srgbClr val="153444"/>
                </a:solidFill>
                <a:latin typeface="Arial"/>
                <a:ea typeface="Arial"/>
                <a:cs typeface="Arial"/>
              </a:defRPr>
            </a:lvl3pPr>
            <a:lvl4pPr algn="l">
              <a:defRPr sz="2100" b="0">
                <a:solidFill>
                  <a:srgbClr val="153444"/>
                </a:solidFill>
                <a:latin typeface="Arial"/>
                <a:ea typeface="Arial"/>
                <a:cs typeface="Arial"/>
              </a:defRPr>
            </a:lvl4pPr>
            <a:lvl5pPr algn="l">
              <a:defRPr sz="2100" b="0">
                <a:solidFill>
                  <a:srgbClr val="153444"/>
                </a:solidFill>
                <a:latin typeface="Arial"/>
                <a:ea typeface="Arial"/>
                <a:cs typeface="Arial"/>
              </a:defRPr>
            </a:lvl5pPr>
            <a:lvl6pPr algn="l">
              <a:defRPr sz="2100" b="0">
                <a:solidFill>
                  <a:srgbClr val="153444"/>
                </a:solidFill>
                <a:latin typeface="Arial"/>
                <a:ea typeface="Arial"/>
                <a:cs typeface="Arial"/>
              </a:defRPr>
            </a:lvl6pPr>
            <a:lvl7pPr algn="l">
              <a:defRPr sz="2100" b="0">
                <a:solidFill>
                  <a:srgbClr val="153444"/>
                </a:solidFill>
                <a:latin typeface="Arial"/>
                <a:ea typeface="Arial"/>
                <a:cs typeface="Arial"/>
              </a:defRPr>
            </a:lvl7pPr>
            <a:lvl8pPr algn="l">
              <a:defRPr sz="2100" b="0">
                <a:solidFill>
                  <a:srgbClr val="153444"/>
                </a:solidFill>
                <a:latin typeface="Arial"/>
                <a:ea typeface="Arial"/>
                <a:cs typeface="Arial"/>
              </a:defRPr>
            </a:lvl8pPr>
            <a:lvl9pPr algn="l">
              <a:defRPr sz="2100" b="0">
                <a:solidFill>
                  <a:srgbClr val="153444"/>
                </a:solidFill>
                <a:latin typeface="Arial"/>
                <a:ea typeface="Arial"/>
                <a:cs typeface="Arial"/>
              </a:defRPr>
            </a:lvl9pPr>
          </a:lstStyle>
          <a:p xmlns:a="http://schemas.openxmlformats.org/drawingml/2006/main">
            <a:pPr algn="l">
              <a:buNone/>
              <a:defRPr sz="2100" b="0">
                <a:solidFill>
                  <a:srgbClr val="153444"/>
                </a:solidFill>
                <a:latin typeface="Arial"/>
                <a:ea typeface="Arial"/>
                <a:cs typeface="Arial"/>
              </a:defRPr>
            </a:pPr>
            <a:r>
              <a:rPr sz="2100" b="0">
                <a:solidFill>
                  <a:srgbClr val="153444"/>
                </a:solidFill>
                <a:latin typeface="Arial"/>
                <a:ea typeface="Arial"/>
                <a:cs typeface="Arial"/>
              </a:rPr>
              <a:t>Prioridad propuesta dentro de una referencia de 15–16 puntos</a:t>
            </a:r>
          </a:p>
        </p:txBody>
      </p:sp>
      <p:sp>
        <p:nvSpPr>
          <p:cNvPr id="10" name="13 + 5 = 18">
            <a:extLst xmlns:a="http://schemas.openxmlformats.org/drawingml/2006/main">
              <a:ext uri="{FF2B5EF4-FFF2-40B4-BE49-F238E27FC236}">
                <a16:creationId xmlns:a16="http://schemas.microsoft.com/office/drawing/2014/main" id="{0C0C65B8-B146-45A5-912F-2C09890964C7}"/>
              </a:ext>
            </a:extLst>
          </p:cNvPr>
          <p:cNvSpPr>
            <a:spLocks xmlns:a="http://schemas.openxmlformats.org/drawingml/2006/main" noGrp="1"/>
          </p:cNvSpPr>
          <p:nvPr/>
        </p:nvSpPr>
        <p:spPr>
          <a:xfrm xmlns:a="http://schemas.openxmlformats.org/drawingml/2006/main">
            <a:off x="6715125" y="1924050"/>
            <a:ext cx="5048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4950" b="1">
                <a:solidFill>
                  <a:srgbClr val="C41446"/>
                </a:solidFill>
                <a:latin typeface="Arial"/>
                <a:ea typeface="Arial"/>
                <a:cs typeface="Arial"/>
              </a:defRPr>
            </a:defPPr>
            <a:lvl1pPr algn="l">
              <a:defRPr sz="4950" b="1">
                <a:solidFill>
                  <a:srgbClr val="C41446"/>
                </a:solidFill>
                <a:latin typeface="Arial"/>
                <a:ea typeface="Arial"/>
                <a:cs typeface="Arial"/>
              </a:defRPr>
            </a:lvl1pPr>
            <a:lvl2pPr algn="l">
              <a:defRPr sz="4950" b="1">
                <a:solidFill>
                  <a:srgbClr val="C41446"/>
                </a:solidFill>
                <a:latin typeface="Arial"/>
                <a:ea typeface="Arial"/>
                <a:cs typeface="Arial"/>
              </a:defRPr>
            </a:lvl2pPr>
            <a:lvl3pPr algn="l">
              <a:defRPr sz="4950" b="1">
                <a:solidFill>
                  <a:srgbClr val="C41446"/>
                </a:solidFill>
                <a:latin typeface="Arial"/>
                <a:ea typeface="Arial"/>
                <a:cs typeface="Arial"/>
              </a:defRPr>
            </a:lvl3pPr>
            <a:lvl4pPr algn="l">
              <a:defRPr sz="4950" b="1">
                <a:solidFill>
                  <a:srgbClr val="C41446"/>
                </a:solidFill>
                <a:latin typeface="Arial"/>
                <a:ea typeface="Arial"/>
                <a:cs typeface="Arial"/>
              </a:defRPr>
            </a:lvl4pPr>
            <a:lvl5pPr algn="l">
              <a:defRPr sz="4950" b="1">
                <a:solidFill>
                  <a:srgbClr val="C41446"/>
                </a:solidFill>
                <a:latin typeface="Arial"/>
                <a:ea typeface="Arial"/>
                <a:cs typeface="Arial"/>
              </a:defRPr>
            </a:lvl5pPr>
            <a:lvl6pPr algn="l">
              <a:defRPr sz="4950" b="1">
                <a:solidFill>
                  <a:srgbClr val="C41446"/>
                </a:solidFill>
                <a:latin typeface="Arial"/>
                <a:ea typeface="Arial"/>
                <a:cs typeface="Arial"/>
              </a:defRPr>
            </a:lvl6pPr>
            <a:lvl7pPr algn="l">
              <a:defRPr sz="4950" b="1">
                <a:solidFill>
                  <a:srgbClr val="C41446"/>
                </a:solidFill>
                <a:latin typeface="Arial"/>
                <a:ea typeface="Arial"/>
                <a:cs typeface="Arial"/>
              </a:defRPr>
            </a:lvl7pPr>
            <a:lvl8pPr algn="l">
              <a:defRPr sz="4950" b="1">
                <a:solidFill>
                  <a:srgbClr val="C41446"/>
                </a:solidFill>
                <a:latin typeface="Arial"/>
                <a:ea typeface="Arial"/>
                <a:cs typeface="Arial"/>
              </a:defRPr>
            </a:lvl8pPr>
            <a:lvl9pPr algn="l">
              <a:defRPr sz="4950" b="1">
                <a:solidFill>
                  <a:srgbClr val="C41446"/>
                </a:solidFill>
                <a:latin typeface="Arial"/>
                <a:ea typeface="Arial"/>
                <a:cs typeface="Arial"/>
              </a:defRPr>
            </a:lvl9pPr>
          </a:lstStyle>
          <a:p xmlns:a="http://schemas.openxmlformats.org/drawingml/2006/main">
            <a:pPr algn="l">
              <a:buNone/>
              <a:defRPr sz="4950" b="1">
                <a:solidFill>
                  <a:srgbClr val="C41446"/>
                </a:solidFill>
                <a:latin typeface="Arial"/>
                <a:ea typeface="Arial"/>
                <a:cs typeface="Arial"/>
              </a:defRPr>
            </a:pPr>
            <a:r>
              <a:rPr sz="4950" b="1">
                <a:solidFill>
                  <a:srgbClr val="C41446"/>
                </a:solidFill>
                <a:latin typeface="Arial"/>
                <a:ea typeface="Arial"/>
                <a:cs typeface="Arial"/>
              </a:rPr>
              <a:t>13 + 5 = 18</a:t>
            </a:r>
          </a:p>
        </p:txBody>
      </p:sp>
      <p:sp>
        <p:nvSpPr>
          <p:cNvPr id="11" name="Añadir churn excede la capacidad">
            <a:extLst xmlns:a="http://schemas.openxmlformats.org/drawingml/2006/main">
              <a:ext uri="{FF2B5EF4-FFF2-40B4-BE49-F238E27FC236}">
                <a16:creationId xmlns:a16="http://schemas.microsoft.com/office/drawing/2014/main" id="{5DABBC60-CA77-4885-B3B0-5DDD7AEDD530}"/>
              </a:ext>
            </a:extLst>
          </p:cNvPr>
          <p:cNvSpPr>
            <a:spLocks xmlns:a="http://schemas.openxmlformats.org/drawingml/2006/main" noGrp="1"/>
          </p:cNvSpPr>
          <p:nvPr/>
        </p:nvSpPr>
        <p:spPr>
          <a:xfrm xmlns:a="http://schemas.openxmlformats.org/drawingml/2006/main">
            <a:off x="6715125" y="3086100"/>
            <a:ext cx="4953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325" b="1">
                <a:solidFill>
                  <a:srgbClr val="104D70"/>
                </a:solidFill>
                <a:latin typeface="Arial"/>
                <a:ea typeface="Arial"/>
                <a:cs typeface="Arial"/>
              </a:defRPr>
            </a:defPPr>
            <a:lvl1pPr algn="l">
              <a:defRPr sz="2325" b="1">
                <a:solidFill>
                  <a:srgbClr val="104D70"/>
                </a:solidFill>
                <a:latin typeface="Arial"/>
                <a:ea typeface="Arial"/>
                <a:cs typeface="Arial"/>
              </a:defRPr>
            </a:lvl1pPr>
            <a:lvl2pPr algn="l">
              <a:defRPr sz="2325" b="1">
                <a:solidFill>
                  <a:srgbClr val="104D70"/>
                </a:solidFill>
                <a:latin typeface="Arial"/>
                <a:ea typeface="Arial"/>
                <a:cs typeface="Arial"/>
              </a:defRPr>
            </a:lvl2pPr>
            <a:lvl3pPr algn="l">
              <a:defRPr sz="2325" b="1">
                <a:solidFill>
                  <a:srgbClr val="104D70"/>
                </a:solidFill>
                <a:latin typeface="Arial"/>
                <a:ea typeface="Arial"/>
                <a:cs typeface="Arial"/>
              </a:defRPr>
            </a:lvl3pPr>
            <a:lvl4pPr algn="l">
              <a:defRPr sz="2325" b="1">
                <a:solidFill>
                  <a:srgbClr val="104D70"/>
                </a:solidFill>
                <a:latin typeface="Arial"/>
                <a:ea typeface="Arial"/>
                <a:cs typeface="Arial"/>
              </a:defRPr>
            </a:lvl4pPr>
            <a:lvl5pPr algn="l">
              <a:defRPr sz="2325" b="1">
                <a:solidFill>
                  <a:srgbClr val="104D70"/>
                </a:solidFill>
                <a:latin typeface="Arial"/>
                <a:ea typeface="Arial"/>
                <a:cs typeface="Arial"/>
              </a:defRPr>
            </a:lvl5pPr>
            <a:lvl6pPr algn="l">
              <a:defRPr sz="2325" b="1">
                <a:solidFill>
                  <a:srgbClr val="104D70"/>
                </a:solidFill>
                <a:latin typeface="Arial"/>
                <a:ea typeface="Arial"/>
                <a:cs typeface="Arial"/>
              </a:defRPr>
            </a:lvl6pPr>
            <a:lvl7pPr algn="l">
              <a:defRPr sz="2325" b="1">
                <a:solidFill>
                  <a:srgbClr val="104D70"/>
                </a:solidFill>
                <a:latin typeface="Arial"/>
                <a:ea typeface="Arial"/>
                <a:cs typeface="Arial"/>
              </a:defRPr>
            </a:lvl7pPr>
            <a:lvl8pPr algn="l">
              <a:defRPr sz="2325" b="1">
                <a:solidFill>
                  <a:srgbClr val="104D70"/>
                </a:solidFill>
                <a:latin typeface="Arial"/>
                <a:ea typeface="Arial"/>
                <a:cs typeface="Arial"/>
              </a:defRPr>
            </a:lvl8pPr>
            <a:lvl9pPr algn="l">
              <a:defRPr sz="2325" b="1">
                <a:solidFill>
                  <a:srgbClr val="104D70"/>
                </a:solidFill>
                <a:latin typeface="Arial"/>
                <a:ea typeface="Arial"/>
                <a:cs typeface="Arial"/>
              </a:defRPr>
            </a:lvl9pPr>
          </a:lstStyle>
          <a:p xmlns:a="http://schemas.openxmlformats.org/drawingml/2006/main">
            <a:pPr algn="l">
              <a:buNone/>
              <a:defRPr sz="2325" b="1">
                <a:solidFill>
                  <a:srgbClr val="104D70"/>
                </a:solidFill>
                <a:latin typeface="Arial"/>
                <a:ea typeface="Arial"/>
                <a:cs typeface="Arial"/>
              </a:defRPr>
            </a:pPr>
            <a:r>
              <a:rPr sz="2325" b="1">
                <a:solidFill>
                  <a:srgbClr val="104D70"/>
                </a:solidFill>
                <a:latin typeface="Arial"/>
                <a:ea typeface="Arial"/>
                <a:cs typeface="Arial"/>
              </a:rPr>
              <a:t>Añadir churn excede la capacidad</a:t>
            </a:r>
          </a:p>
        </p:txBody>
      </p:sp>
      <p:sp>
        <p:nvSpPr>
          <p:cNvPr id="12" name="Liberar la credencial permite priorizar; no a">
            <a:extLst xmlns:a="http://schemas.openxmlformats.org/drawingml/2006/main">
              <a:ext uri="{FF2B5EF4-FFF2-40B4-BE49-F238E27FC236}">
                <a16:creationId xmlns:a16="http://schemas.microsoft.com/office/drawing/2014/main" id="{0D8093DD-A4F0-4D53-9311-85BDBEAD957C}"/>
              </a:ext>
            </a:extLst>
          </p:cNvPr>
          <p:cNvSpPr>
            <a:spLocks xmlns:a="http://schemas.openxmlformats.org/drawingml/2006/main" noGrp="1"/>
          </p:cNvSpPr>
          <p:nvPr/>
        </p:nvSpPr>
        <p:spPr>
          <a:xfrm xmlns:a="http://schemas.openxmlformats.org/drawingml/2006/main">
            <a:off x="6715125" y="4152900"/>
            <a:ext cx="4857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100" b="0">
                <a:solidFill>
                  <a:srgbClr val="153444"/>
                </a:solidFill>
                <a:latin typeface="Arial"/>
                <a:ea typeface="Arial"/>
                <a:cs typeface="Arial"/>
              </a:defRPr>
            </a:defPPr>
            <a:lvl1pPr algn="l">
              <a:defRPr sz="2100" b="0">
                <a:solidFill>
                  <a:srgbClr val="153444"/>
                </a:solidFill>
                <a:latin typeface="Arial"/>
                <a:ea typeface="Arial"/>
                <a:cs typeface="Arial"/>
              </a:defRPr>
            </a:lvl1pPr>
            <a:lvl2pPr algn="l">
              <a:defRPr sz="2100" b="0">
                <a:solidFill>
                  <a:srgbClr val="153444"/>
                </a:solidFill>
                <a:latin typeface="Arial"/>
                <a:ea typeface="Arial"/>
                <a:cs typeface="Arial"/>
              </a:defRPr>
            </a:lvl2pPr>
            <a:lvl3pPr algn="l">
              <a:defRPr sz="2100" b="0">
                <a:solidFill>
                  <a:srgbClr val="153444"/>
                </a:solidFill>
                <a:latin typeface="Arial"/>
                <a:ea typeface="Arial"/>
                <a:cs typeface="Arial"/>
              </a:defRPr>
            </a:lvl3pPr>
            <a:lvl4pPr algn="l">
              <a:defRPr sz="2100" b="0">
                <a:solidFill>
                  <a:srgbClr val="153444"/>
                </a:solidFill>
                <a:latin typeface="Arial"/>
                <a:ea typeface="Arial"/>
                <a:cs typeface="Arial"/>
              </a:defRPr>
            </a:lvl4pPr>
            <a:lvl5pPr algn="l">
              <a:defRPr sz="2100" b="0">
                <a:solidFill>
                  <a:srgbClr val="153444"/>
                </a:solidFill>
                <a:latin typeface="Arial"/>
                <a:ea typeface="Arial"/>
                <a:cs typeface="Arial"/>
              </a:defRPr>
            </a:lvl5pPr>
            <a:lvl6pPr algn="l">
              <a:defRPr sz="2100" b="0">
                <a:solidFill>
                  <a:srgbClr val="153444"/>
                </a:solidFill>
                <a:latin typeface="Arial"/>
                <a:ea typeface="Arial"/>
                <a:cs typeface="Arial"/>
              </a:defRPr>
            </a:lvl6pPr>
            <a:lvl7pPr algn="l">
              <a:defRPr sz="2100" b="0">
                <a:solidFill>
                  <a:srgbClr val="153444"/>
                </a:solidFill>
                <a:latin typeface="Arial"/>
                <a:ea typeface="Arial"/>
                <a:cs typeface="Arial"/>
              </a:defRPr>
            </a:lvl7pPr>
            <a:lvl8pPr algn="l">
              <a:defRPr sz="2100" b="0">
                <a:solidFill>
                  <a:srgbClr val="153444"/>
                </a:solidFill>
                <a:latin typeface="Arial"/>
                <a:ea typeface="Arial"/>
                <a:cs typeface="Arial"/>
              </a:defRPr>
            </a:lvl8pPr>
            <a:lvl9pPr algn="l">
              <a:defRPr sz="2100" b="0">
                <a:solidFill>
                  <a:srgbClr val="153444"/>
                </a:solidFill>
                <a:latin typeface="Arial"/>
                <a:ea typeface="Arial"/>
                <a:cs typeface="Arial"/>
              </a:defRPr>
            </a:lvl9pPr>
          </a:lstStyle>
          <a:p xmlns:a="http://schemas.openxmlformats.org/drawingml/2006/main">
            <a:pPr algn="l">
              <a:buNone/>
              <a:defRPr sz="2100" b="0">
                <a:solidFill>
                  <a:srgbClr val="153444"/>
                </a:solidFill>
                <a:latin typeface="Arial"/>
                <a:ea typeface="Arial"/>
                <a:cs typeface="Arial"/>
              </a:defRPr>
            </a:pPr>
            <a:r>
              <a:rPr sz="2100" b="0">
                <a:solidFill>
                  <a:srgbClr val="153444"/>
                </a:solidFill>
                <a:latin typeface="Arial"/>
                <a:ea typeface="Arial"/>
                <a:cs typeface="Arial"/>
              </a:rPr>
              <a:t>Con acceso habilitado, el equipo revisará alcance y volverá a estimar.</a:t>
            </a:r>
          </a:p>
        </p:txBody>
      </p:sp>
      <p:sp>
        <p:nvSpPr>
          <p:cNvPr id="13" name="Revisar alcance y fecha de M4. Para S3: venta">
            <a:extLst xmlns:a="http://schemas.openxmlformats.org/drawingml/2006/main">
              <a:ext uri="{FF2B5EF4-FFF2-40B4-BE49-F238E27FC236}">
                <a16:creationId xmlns:a16="http://schemas.microsoft.com/office/drawing/2014/main" id="{602204F2-C756-4E45-851B-D59C9F04E2F7}"/>
              </a:ext>
            </a:extLst>
          </p:cNvPr>
          <p:cNvSpPr>
            <a:spLocks xmlns:a="http://schemas.openxmlformats.org/drawingml/2006/main" noGrp="1"/>
          </p:cNvSpPr>
          <p:nvPr/>
        </p:nvSpPr>
        <p:spPr>
          <a:xfrm xmlns:a="http://schemas.openxmlformats.org/drawingml/2006/main">
            <a:off x="457200" y="6191250"/>
            <a:ext cx="11277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125" b="0">
                <a:solidFill>
                  <a:srgbClr val="55707D"/>
                </a:solidFill>
                <a:latin typeface="Arial"/>
                <a:ea typeface="Arial"/>
                <a:cs typeface="Arial"/>
              </a:defRPr>
            </a:defPPr>
            <a:lvl1pPr algn="l">
              <a:defRPr sz="1125" b="0">
                <a:solidFill>
                  <a:srgbClr val="55707D"/>
                </a:solidFill>
                <a:latin typeface="Arial"/>
                <a:ea typeface="Arial"/>
                <a:cs typeface="Arial"/>
              </a:defRPr>
            </a:lvl1pPr>
            <a:lvl2pPr algn="l">
              <a:defRPr sz="1125" b="0">
                <a:solidFill>
                  <a:srgbClr val="55707D"/>
                </a:solidFill>
                <a:latin typeface="Arial"/>
                <a:ea typeface="Arial"/>
                <a:cs typeface="Arial"/>
              </a:defRPr>
            </a:lvl2pPr>
            <a:lvl3pPr algn="l">
              <a:defRPr sz="1125" b="0">
                <a:solidFill>
                  <a:srgbClr val="55707D"/>
                </a:solidFill>
                <a:latin typeface="Arial"/>
                <a:ea typeface="Arial"/>
                <a:cs typeface="Arial"/>
              </a:defRPr>
            </a:lvl3pPr>
            <a:lvl4pPr algn="l">
              <a:defRPr sz="1125" b="0">
                <a:solidFill>
                  <a:srgbClr val="55707D"/>
                </a:solidFill>
                <a:latin typeface="Arial"/>
                <a:ea typeface="Arial"/>
                <a:cs typeface="Arial"/>
              </a:defRPr>
            </a:lvl4pPr>
            <a:lvl5pPr algn="l">
              <a:defRPr sz="1125" b="0">
                <a:solidFill>
                  <a:srgbClr val="55707D"/>
                </a:solidFill>
                <a:latin typeface="Arial"/>
                <a:ea typeface="Arial"/>
                <a:cs typeface="Arial"/>
              </a:defRPr>
            </a:lvl5pPr>
            <a:lvl6pPr algn="l">
              <a:defRPr sz="1125" b="0">
                <a:solidFill>
                  <a:srgbClr val="55707D"/>
                </a:solidFill>
                <a:latin typeface="Arial"/>
                <a:ea typeface="Arial"/>
                <a:cs typeface="Arial"/>
              </a:defRPr>
            </a:lvl6pPr>
            <a:lvl7pPr algn="l">
              <a:defRPr sz="1125" b="0">
                <a:solidFill>
                  <a:srgbClr val="55707D"/>
                </a:solidFill>
                <a:latin typeface="Arial"/>
                <a:ea typeface="Arial"/>
                <a:cs typeface="Arial"/>
              </a:defRPr>
            </a:lvl7pPr>
            <a:lvl8pPr algn="l">
              <a:defRPr sz="1125" b="0">
                <a:solidFill>
                  <a:srgbClr val="55707D"/>
                </a:solidFill>
                <a:latin typeface="Arial"/>
                <a:ea typeface="Arial"/>
                <a:cs typeface="Arial"/>
              </a:defRPr>
            </a:lvl8pPr>
            <a:lvl9pPr algn="l">
              <a:defRPr sz="1125" b="0">
                <a:solidFill>
                  <a:srgbClr val="55707D"/>
                </a:solidFill>
                <a:latin typeface="Arial"/>
                <a:ea typeface="Arial"/>
                <a:cs typeface="Arial"/>
              </a:defRPr>
            </a:lvl9pPr>
          </a:lstStyle>
          <a:p xmlns:a="http://schemas.openxmlformats.org/drawingml/2006/main">
            <a:pPr algn="l">
              <a:buNone/>
              <a:defRPr sz="1125" b="0">
                <a:solidFill>
                  <a:srgbClr val="55707D"/>
                </a:solidFill>
                <a:latin typeface="Arial"/>
                <a:ea typeface="Arial"/>
                <a:cs typeface="Arial"/>
              </a:defRPr>
            </a:pPr>
            <a:r>
              <a:rPr sz="1125" b="0">
                <a:solidFill>
                  <a:srgbClr val="55707D"/>
                </a:solidFill>
                <a:latin typeface="Arial"/>
                <a:ea typeface="Arial"/>
                <a:cs typeface="Arial"/>
              </a:rPr>
              <a:t>Revisar alcance y fecha de M4. Para S3: ventana temporal, validación y modelo base como corte vertical.</a:t>
            </a:r>
          </a:p>
        </p:txBody>
      </p:sp>
    </p:spTree>
    <p:extLst>
      <p:ext uri="{BB962C8B-B14F-4D97-AF65-F5344CB8AC3E}">
        <p14:creationId xmlns:p14="http://schemas.microsoft.com/office/powerpoint/2010/main" val="618934935"/>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4F70202E-7912-4F8A-B53C-85097465AA1A}"/>
              </a:ext>
            </a:extLst>
          </p:cNvPr>
          <p:cNvSpPr>
            <a:spLocks xmlns:a="http://schemas.openxmlformats.org/drawingml/2006/main" noGrp="1"/>
          </p:cNvSpPr>
          <p:nvPr/>
        </p:nvSpPr>
        <p:spPr>
          <a:xfrm xmlns:a="http://schemas.openxmlformats.org/drawingml/2006/main">
            <a:off x="0" y="0"/>
            <a:ext cx="12192000" cy="990600"/>
          </a:xfrm>
          <a:prstGeom xmlns:a="http://schemas.openxmlformats.org/drawingml/2006/main" prst="rect">
            <a:avLst/>
          </a:prstGeom>
          <a:solidFill xmlns:a="http://schemas.openxmlformats.org/drawingml/2006/main">
            <a:srgbClr val="104D70"/>
          </a:solidFill>
          <a:ln xmlns:a="http://schemas.openxmlformats.org/drawingml/2006/main" w="0">
            <a:noFill/>
          </a:ln>
        </p:spPr>
      </p:sp>
      <p:sp>
        <p:nvSpPr>
          <p:cNvPr id="2" name="Decisión solicitada a FinBank">
            <a:extLst xmlns:a="http://schemas.openxmlformats.org/drawingml/2006/main">
              <a:ext uri="{FF2B5EF4-FFF2-40B4-BE49-F238E27FC236}">
                <a16:creationId xmlns:a16="http://schemas.microsoft.com/office/drawing/2014/main" id="{D13DF838-F5C3-4813-9317-BB5E4A6ECBE6}"/>
              </a:ext>
            </a:extLst>
          </p:cNvPr>
          <p:cNvSpPr>
            <a:spLocks xmlns:a="http://schemas.openxmlformats.org/drawingml/2006/main" noGrp="1"/>
          </p:cNvSpPr>
          <p:nvPr/>
        </p:nvSpPr>
        <p:spPr>
          <a:xfrm xmlns:a="http://schemas.openxmlformats.org/drawingml/2006/main">
            <a:off x="457200" y="276225"/>
            <a:ext cx="11239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850" b="1">
                <a:solidFill>
                  <a:srgbClr val="FFFFFF"/>
                </a:solidFill>
                <a:latin typeface="Arial"/>
                <a:ea typeface="Arial"/>
                <a:cs typeface="Arial"/>
              </a:defRPr>
            </a:defPPr>
            <a:lvl1pPr algn="l">
              <a:defRPr sz="2850" b="1">
                <a:solidFill>
                  <a:srgbClr val="FFFFFF"/>
                </a:solidFill>
                <a:latin typeface="Arial"/>
                <a:ea typeface="Arial"/>
                <a:cs typeface="Arial"/>
              </a:defRPr>
            </a:lvl1pPr>
            <a:lvl2pPr algn="l">
              <a:defRPr sz="2850" b="1">
                <a:solidFill>
                  <a:srgbClr val="FFFFFF"/>
                </a:solidFill>
                <a:latin typeface="Arial"/>
                <a:ea typeface="Arial"/>
                <a:cs typeface="Arial"/>
              </a:defRPr>
            </a:lvl2pPr>
            <a:lvl3pPr algn="l">
              <a:defRPr sz="2850" b="1">
                <a:solidFill>
                  <a:srgbClr val="FFFFFF"/>
                </a:solidFill>
                <a:latin typeface="Arial"/>
                <a:ea typeface="Arial"/>
                <a:cs typeface="Arial"/>
              </a:defRPr>
            </a:lvl3pPr>
            <a:lvl4pPr algn="l">
              <a:defRPr sz="2850" b="1">
                <a:solidFill>
                  <a:srgbClr val="FFFFFF"/>
                </a:solidFill>
                <a:latin typeface="Arial"/>
                <a:ea typeface="Arial"/>
                <a:cs typeface="Arial"/>
              </a:defRPr>
            </a:lvl4pPr>
            <a:lvl5pPr algn="l">
              <a:defRPr sz="2850" b="1">
                <a:solidFill>
                  <a:srgbClr val="FFFFFF"/>
                </a:solidFill>
                <a:latin typeface="Arial"/>
                <a:ea typeface="Arial"/>
                <a:cs typeface="Arial"/>
              </a:defRPr>
            </a:lvl5pPr>
            <a:lvl6pPr algn="l">
              <a:defRPr sz="2850" b="1">
                <a:solidFill>
                  <a:srgbClr val="FFFFFF"/>
                </a:solidFill>
                <a:latin typeface="Arial"/>
                <a:ea typeface="Arial"/>
                <a:cs typeface="Arial"/>
              </a:defRPr>
            </a:lvl6pPr>
            <a:lvl7pPr algn="l">
              <a:defRPr sz="2850" b="1">
                <a:solidFill>
                  <a:srgbClr val="FFFFFF"/>
                </a:solidFill>
                <a:latin typeface="Arial"/>
                <a:ea typeface="Arial"/>
                <a:cs typeface="Arial"/>
              </a:defRPr>
            </a:lvl7pPr>
            <a:lvl8pPr algn="l">
              <a:defRPr sz="2850" b="1">
                <a:solidFill>
                  <a:srgbClr val="FFFFFF"/>
                </a:solidFill>
                <a:latin typeface="Arial"/>
                <a:ea typeface="Arial"/>
                <a:cs typeface="Arial"/>
              </a:defRPr>
            </a:lvl8pPr>
            <a:lvl9pPr algn="l">
              <a:defRPr sz="2850" b="1">
                <a:solidFill>
                  <a:srgbClr val="FFFFFF"/>
                </a:solidFill>
                <a:latin typeface="Arial"/>
                <a:ea typeface="Arial"/>
                <a:cs typeface="Arial"/>
              </a:defRPr>
            </a:lvl9pPr>
          </a:lstStyle>
          <a:p xmlns:a="http://schemas.openxmlformats.org/drawingml/2006/main">
            <a:pPr algn="l">
              <a:buNone/>
              <a:defRPr sz="2850" b="1">
                <a:solidFill>
                  <a:srgbClr val="FFFFFF"/>
                </a:solidFill>
                <a:latin typeface="Arial"/>
                <a:ea typeface="Arial"/>
                <a:cs typeface="Arial"/>
              </a:defRPr>
            </a:pPr>
            <a:r>
              <a:rPr sz="2850" b="1">
                <a:solidFill>
                  <a:srgbClr val="FFFFFF"/>
                </a:solidFill>
                <a:latin typeface="Arial"/>
                <a:ea typeface="Arial"/>
                <a:cs typeface="Arial"/>
              </a:rPr>
              <a:t>Decisión solicitada a FinBank</a:t>
            </a:r>
          </a:p>
        </p:txBody>
      </p:sp>
      <p:sp>
        <p:nvSpPr>
          <p:cNvPr id="3" name="CORTE 2 · SCRUM + XP">
            <a:extLst xmlns:a="http://schemas.openxmlformats.org/drawingml/2006/main">
              <a:ext uri="{FF2B5EF4-FFF2-40B4-BE49-F238E27FC236}">
                <a16:creationId xmlns:a16="http://schemas.microsoft.com/office/drawing/2014/main" id="{262D6912-BBDA-4EDC-94DB-05AF0BF3EF0B}"/>
              </a:ext>
            </a:extLst>
          </p:cNvPr>
          <p:cNvSpPr>
            <a:spLocks xmlns:a="http://schemas.openxmlformats.org/drawingml/2006/main" noGrp="1"/>
          </p:cNvSpPr>
          <p:nvPr/>
        </p:nvSpPr>
        <p:spPr>
          <a:xfrm xmlns:a="http://schemas.openxmlformats.org/drawingml/2006/main">
            <a:off x="457200" y="1200150"/>
            <a:ext cx="11191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125" b="1">
                <a:solidFill>
                  <a:srgbClr val="55707D"/>
                </a:solidFill>
                <a:latin typeface="Arial"/>
                <a:ea typeface="Arial"/>
                <a:cs typeface="Arial"/>
              </a:defRPr>
            </a:defPPr>
            <a:lvl1pPr algn="l">
              <a:defRPr sz="1125" b="1">
                <a:solidFill>
                  <a:srgbClr val="55707D"/>
                </a:solidFill>
                <a:latin typeface="Arial"/>
                <a:ea typeface="Arial"/>
                <a:cs typeface="Arial"/>
              </a:defRPr>
            </a:lvl1pPr>
            <a:lvl2pPr algn="l">
              <a:defRPr sz="1125" b="1">
                <a:solidFill>
                  <a:srgbClr val="55707D"/>
                </a:solidFill>
                <a:latin typeface="Arial"/>
                <a:ea typeface="Arial"/>
                <a:cs typeface="Arial"/>
              </a:defRPr>
            </a:lvl2pPr>
            <a:lvl3pPr algn="l">
              <a:defRPr sz="1125" b="1">
                <a:solidFill>
                  <a:srgbClr val="55707D"/>
                </a:solidFill>
                <a:latin typeface="Arial"/>
                <a:ea typeface="Arial"/>
                <a:cs typeface="Arial"/>
              </a:defRPr>
            </a:lvl3pPr>
            <a:lvl4pPr algn="l">
              <a:defRPr sz="1125" b="1">
                <a:solidFill>
                  <a:srgbClr val="55707D"/>
                </a:solidFill>
                <a:latin typeface="Arial"/>
                <a:ea typeface="Arial"/>
                <a:cs typeface="Arial"/>
              </a:defRPr>
            </a:lvl4pPr>
            <a:lvl5pPr algn="l">
              <a:defRPr sz="1125" b="1">
                <a:solidFill>
                  <a:srgbClr val="55707D"/>
                </a:solidFill>
                <a:latin typeface="Arial"/>
                <a:ea typeface="Arial"/>
                <a:cs typeface="Arial"/>
              </a:defRPr>
            </a:lvl5pPr>
            <a:lvl6pPr algn="l">
              <a:defRPr sz="1125" b="1">
                <a:solidFill>
                  <a:srgbClr val="55707D"/>
                </a:solidFill>
                <a:latin typeface="Arial"/>
                <a:ea typeface="Arial"/>
                <a:cs typeface="Arial"/>
              </a:defRPr>
            </a:lvl6pPr>
            <a:lvl7pPr algn="l">
              <a:defRPr sz="1125" b="1">
                <a:solidFill>
                  <a:srgbClr val="55707D"/>
                </a:solidFill>
                <a:latin typeface="Arial"/>
                <a:ea typeface="Arial"/>
                <a:cs typeface="Arial"/>
              </a:defRPr>
            </a:lvl7pPr>
            <a:lvl8pPr algn="l">
              <a:defRPr sz="1125" b="1">
                <a:solidFill>
                  <a:srgbClr val="55707D"/>
                </a:solidFill>
                <a:latin typeface="Arial"/>
                <a:ea typeface="Arial"/>
                <a:cs typeface="Arial"/>
              </a:defRPr>
            </a:lvl8pPr>
            <a:lvl9pPr algn="l">
              <a:defRPr sz="1125" b="1">
                <a:solidFill>
                  <a:srgbClr val="55707D"/>
                </a:solidFill>
                <a:latin typeface="Arial"/>
                <a:ea typeface="Arial"/>
                <a:cs typeface="Arial"/>
              </a:defRPr>
            </a:lvl9pPr>
          </a:lstStyle>
          <a:p xmlns:a="http://schemas.openxmlformats.org/drawingml/2006/main">
            <a:pPr algn="l">
              <a:buNone/>
              <a:defRPr sz="1125" b="1">
                <a:solidFill>
                  <a:srgbClr val="55707D"/>
                </a:solidFill>
                <a:latin typeface="Arial"/>
                <a:ea typeface="Arial"/>
                <a:cs typeface="Arial"/>
              </a:defRPr>
            </a:pPr>
            <a:r>
              <a:rPr sz="1125" b="1">
                <a:solidFill>
                  <a:srgbClr val="55707D"/>
                </a:solidFill>
                <a:latin typeface="Arial"/>
                <a:ea typeface="Arial"/>
                <a:cs typeface="Arial"/>
              </a:rPr>
              <a:t>CORTE 2 · SCRUM + XP</a:t>
            </a:r>
          </a:p>
        </p:txBody>
      </p:sp>
      <p:sp>
        <p:nvSpPr>
          <p:cNvPr id="4" name="">
            <a:extLst xmlns:a="http://schemas.openxmlformats.org/drawingml/2006/main">
              <a:ext uri="{FF2B5EF4-FFF2-40B4-BE49-F238E27FC236}">
                <a16:creationId xmlns:a16="http://schemas.microsoft.com/office/drawing/2014/main" id="{75C66BAC-258A-4BD4-A655-E2E1D12F00AA}"/>
              </a:ext>
            </a:extLst>
          </p:cNvPr>
          <p:cNvSpPr>
            <a:spLocks xmlns:a="http://schemas.openxmlformats.org/drawingml/2006/main" noGrp="1"/>
          </p:cNvSpPr>
          <p:nvPr/>
        </p:nvSpPr>
        <p:spPr>
          <a:xfrm xmlns:a="http://schemas.openxmlformats.org/drawingml/2006/main">
            <a:off x="0" y="6543675"/>
            <a:ext cx="12192000" cy="314325"/>
          </a:xfrm>
          <a:prstGeom xmlns:a="http://schemas.openxmlformats.org/drawingml/2006/main" prst="rect">
            <a:avLst/>
          </a:prstGeom>
          <a:solidFill xmlns:a="http://schemas.openxmlformats.org/drawingml/2006/main">
            <a:srgbClr val="104D70"/>
          </a:solidFill>
          <a:ln xmlns:a="http://schemas.openxmlformats.org/drawingml/2006/main" w="0">
            <a:noFill/>
          </a:ln>
        </p:spPr>
      </p:sp>
      <p:sp>
        <p:nvSpPr>
          <p:cNvPr id="5" name="DataForge Consulting · FinBank">
            <a:extLst xmlns:a="http://schemas.openxmlformats.org/drawingml/2006/main">
              <a:ext uri="{FF2B5EF4-FFF2-40B4-BE49-F238E27FC236}">
                <a16:creationId xmlns:a16="http://schemas.microsoft.com/office/drawing/2014/main" id="{B15E50F5-31F8-4252-B5DF-7FF3680AB393}"/>
              </a:ext>
            </a:extLst>
          </p:cNvPr>
          <p:cNvSpPr>
            <a:spLocks xmlns:a="http://schemas.openxmlformats.org/drawingml/2006/main" noGrp="1"/>
          </p:cNvSpPr>
          <p:nvPr/>
        </p:nvSpPr>
        <p:spPr>
          <a:xfrm xmlns:a="http://schemas.openxmlformats.org/drawingml/2006/main">
            <a:off x="457200" y="6619875"/>
            <a:ext cx="5429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050" b="0">
                <a:solidFill>
                  <a:srgbClr val="FFFFFF"/>
                </a:solidFill>
                <a:latin typeface="Arial"/>
                <a:ea typeface="Arial"/>
                <a:cs typeface="Arial"/>
              </a:defRPr>
            </a:defPPr>
            <a:lvl1pPr algn="l">
              <a:defRPr sz="1050" b="0">
                <a:solidFill>
                  <a:srgbClr val="FFFFFF"/>
                </a:solidFill>
                <a:latin typeface="Arial"/>
                <a:ea typeface="Arial"/>
                <a:cs typeface="Arial"/>
              </a:defRPr>
            </a:lvl1pPr>
            <a:lvl2pPr algn="l">
              <a:defRPr sz="1050" b="0">
                <a:solidFill>
                  <a:srgbClr val="FFFFFF"/>
                </a:solidFill>
                <a:latin typeface="Arial"/>
                <a:ea typeface="Arial"/>
                <a:cs typeface="Arial"/>
              </a:defRPr>
            </a:lvl2pPr>
            <a:lvl3pPr algn="l">
              <a:defRPr sz="1050" b="0">
                <a:solidFill>
                  <a:srgbClr val="FFFFFF"/>
                </a:solidFill>
                <a:latin typeface="Arial"/>
                <a:ea typeface="Arial"/>
                <a:cs typeface="Arial"/>
              </a:defRPr>
            </a:lvl3pPr>
            <a:lvl4pPr algn="l">
              <a:defRPr sz="1050" b="0">
                <a:solidFill>
                  <a:srgbClr val="FFFFFF"/>
                </a:solidFill>
                <a:latin typeface="Arial"/>
                <a:ea typeface="Arial"/>
                <a:cs typeface="Arial"/>
              </a:defRPr>
            </a:lvl4pPr>
            <a:lvl5pPr algn="l">
              <a:defRPr sz="1050" b="0">
                <a:solidFill>
                  <a:srgbClr val="FFFFFF"/>
                </a:solidFill>
                <a:latin typeface="Arial"/>
                <a:ea typeface="Arial"/>
                <a:cs typeface="Arial"/>
              </a:defRPr>
            </a:lvl5pPr>
            <a:lvl6pPr algn="l">
              <a:defRPr sz="1050" b="0">
                <a:solidFill>
                  <a:srgbClr val="FFFFFF"/>
                </a:solidFill>
                <a:latin typeface="Arial"/>
                <a:ea typeface="Arial"/>
                <a:cs typeface="Arial"/>
              </a:defRPr>
            </a:lvl6pPr>
            <a:lvl7pPr algn="l">
              <a:defRPr sz="1050" b="0">
                <a:solidFill>
                  <a:srgbClr val="FFFFFF"/>
                </a:solidFill>
                <a:latin typeface="Arial"/>
                <a:ea typeface="Arial"/>
                <a:cs typeface="Arial"/>
              </a:defRPr>
            </a:lvl7pPr>
            <a:lvl8pPr algn="l">
              <a:defRPr sz="1050" b="0">
                <a:solidFill>
                  <a:srgbClr val="FFFFFF"/>
                </a:solidFill>
                <a:latin typeface="Arial"/>
                <a:ea typeface="Arial"/>
                <a:cs typeface="Arial"/>
              </a:defRPr>
            </a:lvl8pPr>
            <a:lvl9pPr algn="l">
              <a:defRPr sz="1050" b="0">
                <a:solidFill>
                  <a:srgbClr val="FFFFFF"/>
                </a:solidFill>
                <a:latin typeface="Arial"/>
                <a:ea typeface="Arial"/>
                <a:cs typeface="Arial"/>
              </a:defRPr>
            </a:lvl9pPr>
          </a:lstStyle>
          <a:p xmlns:a="http://schemas.openxmlformats.org/drawingml/2006/main">
            <a:pPr algn="l">
              <a:buNone/>
              <a:defRPr sz="1050" b="0">
                <a:solidFill>
                  <a:srgbClr val="FFFFFF"/>
                </a:solidFill>
                <a:latin typeface="Arial"/>
                <a:ea typeface="Arial"/>
                <a:cs typeface="Arial"/>
              </a:defRPr>
            </a:pPr>
            <a:r>
              <a:rPr sz="1050" b="0">
                <a:solidFill>
                  <a:srgbClr val="FFFFFF"/>
                </a:solidFill>
                <a:latin typeface="Arial"/>
                <a:ea typeface="Arial"/>
                <a:cs typeface="Arial"/>
              </a:rPr>
              <a:t>DataForge Consulting · FinBank</a:t>
            </a:r>
          </a:p>
        </p:txBody>
      </p:sp>
      <p:sp>
        <p:nvSpPr>
          <p:cNvPr id="6" name="Daniel Martínez  |  15">
            <a:extLst xmlns:a="http://schemas.openxmlformats.org/drawingml/2006/main">
              <a:ext uri="{FF2B5EF4-FFF2-40B4-BE49-F238E27FC236}">
                <a16:creationId xmlns:a16="http://schemas.microsoft.com/office/drawing/2014/main" id="{152E5A3C-E990-411B-95F3-6008405A4661}"/>
              </a:ext>
            </a:extLst>
          </p:cNvPr>
          <p:cNvSpPr>
            <a:spLocks xmlns:a="http://schemas.openxmlformats.org/drawingml/2006/main" noGrp="1"/>
          </p:cNvSpPr>
          <p:nvPr/>
        </p:nvSpPr>
        <p:spPr>
          <a:xfrm xmlns:a="http://schemas.openxmlformats.org/drawingml/2006/main">
            <a:off x="7048500" y="6619875"/>
            <a:ext cx="466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r">
              <a:defRPr sz="1050" b="0">
                <a:solidFill>
                  <a:srgbClr val="FFFFFF"/>
                </a:solidFill>
                <a:latin typeface="Arial"/>
                <a:ea typeface="Arial"/>
                <a:cs typeface="Arial"/>
              </a:defRPr>
            </a:defPPr>
            <a:lvl1pPr algn="r">
              <a:defRPr sz="1050" b="0">
                <a:solidFill>
                  <a:srgbClr val="FFFFFF"/>
                </a:solidFill>
                <a:latin typeface="Arial"/>
                <a:ea typeface="Arial"/>
                <a:cs typeface="Arial"/>
              </a:defRPr>
            </a:lvl1pPr>
            <a:lvl2pPr algn="r">
              <a:defRPr sz="1050" b="0">
                <a:solidFill>
                  <a:srgbClr val="FFFFFF"/>
                </a:solidFill>
                <a:latin typeface="Arial"/>
                <a:ea typeface="Arial"/>
                <a:cs typeface="Arial"/>
              </a:defRPr>
            </a:lvl2pPr>
            <a:lvl3pPr algn="r">
              <a:defRPr sz="1050" b="0">
                <a:solidFill>
                  <a:srgbClr val="FFFFFF"/>
                </a:solidFill>
                <a:latin typeface="Arial"/>
                <a:ea typeface="Arial"/>
                <a:cs typeface="Arial"/>
              </a:defRPr>
            </a:lvl3pPr>
            <a:lvl4pPr algn="r">
              <a:defRPr sz="1050" b="0">
                <a:solidFill>
                  <a:srgbClr val="FFFFFF"/>
                </a:solidFill>
                <a:latin typeface="Arial"/>
                <a:ea typeface="Arial"/>
                <a:cs typeface="Arial"/>
              </a:defRPr>
            </a:lvl4pPr>
            <a:lvl5pPr algn="r">
              <a:defRPr sz="1050" b="0">
                <a:solidFill>
                  <a:srgbClr val="FFFFFF"/>
                </a:solidFill>
                <a:latin typeface="Arial"/>
                <a:ea typeface="Arial"/>
                <a:cs typeface="Arial"/>
              </a:defRPr>
            </a:lvl5pPr>
            <a:lvl6pPr algn="r">
              <a:defRPr sz="1050" b="0">
                <a:solidFill>
                  <a:srgbClr val="FFFFFF"/>
                </a:solidFill>
                <a:latin typeface="Arial"/>
                <a:ea typeface="Arial"/>
                <a:cs typeface="Arial"/>
              </a:defRPr>
            </a:lvl6pPr>
            <a:lvl7pPr algn="r">
              <a:defRPr sz="1050" b="0">
                <a:solidFill>
                  <a:srgbClr val="FFFFFF"/>
                </a:solidFill>
                <a:latin typeface="Arial"/>
                <a:ea typeface="Arial"/>
                <a:cs typeface="Arial"/>
              </a:defRPr>
            </a:lvl7pPr>
            <a:lvl8pPr algn="r">
              <a:defRPr sz="1050" b="0">
                <a:solidFill>
                  <a:srgbClr val="FFFFFF"/>
                </a:solidFill>
                <a:latin typeface="Arial"/>
                <a:ea typeface="Arial"/>
                <a:cs typeface="Arial"/>
              </a:defRPr>
            </a:lvl8pPr>
            <a:lvl9pPr algn="r">
              <a:defRPr sz="1050" b="0">
                <a:solidFill>
                  <a:srgbClr val="FFFFFF"/>
                </a:solidFill>
                <a:latin typeface="Arial"/>
                <a:ea typeface="Arial"/>
                <a:cs typeface="Arial"/>
              </a:defRPr>
            </a:lvl9pPr>
          </a:lstStyle>
          <a:p xmlns:a="http://schemas.openxmlformats.org/drawingml/2006/main">
            <a:pPr algn="r">
              <a:buNone/>
              <a:defRPr sz="1050" b="0">
                <a:solidFill>
                  <a:srgbClr val="FFFFFF"/>
                </a:solidFill>
                <a:latin typeface="Arial"/>
                <a:ea typeface="Arial"/>
                <a:cs typeface="Arial"/>
              </a:defRPr>
            </a:pPr>
            <a:r>
              <a:rPr sz="1050" b="0">
                <a:solidFill>
                  <a:srgbClr val="FFFFFF"/>
                </a:solidFill>
                <a:latin typeface="Arial"/>
                <a:ea typeface="Arial"/>
                <a:cs typeface="Arial"/>
              </a:rPr>
              <a:t>Daniel Martínez  |  15</a:t>
            </a:r>
          </a:p>
        </p:txBody>
      </p:sp>
      <p:sp>
        <p:nvSpPr>
          <p:cNvPr id="7" name="Continuar con mora como prioridad">
            <a:extLst xmlns:a="http://schemas.openxmlformats.org/drawingml/2006/main">
              <a:ext uri="{FF2B5EF4-FFF2-40B4-BE49-F238E27FC236}">
                <a16:creationId xmlns:a16="http://schemas.microsoft.com/office/drawing/2014/main" id="{17054832-5554-40EA-A0AF-EFF18F4C2BD3}"/>
              </a:ext>
            </a:extLst>
          </p:cNvPr>
          <p:cNvSpPr>
            <a:spLocks xmlns:a="http://schemas.openxmlformats.org/drawingml/2006/main" noGrp="1"/>
          </p:cNvSpPr>
          <p:nvPr/>
        </p:nvSpPr>
        <p:spPr>
          <a:xfrm xmlns:a="http://schemas.openxmlformats.org/drawingml/2006/main">
            <a:off x="457200" y="1847850"/>
            <a:ext cx="112776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3675" b="1">
                <a:solidFill>
                  <a:srgbClr val="104D70"/>
                </a:solidFill>
                <a:latin typeface="Arial"/>
                <a:ea typeface="Arial"/>
                <a:cs typeface="Arial"/>
              </a:defRPr>
            </a:defPPr>
            <a:lvl1pPr algn="l">
              <a:defRPr sz="3675" b="1">
                <a:solidFill>
                  <a:srgbClr val="104D70"/>
                </a:solidFill>
                <a:latin typeface="Arial"/>
                <a:ea typeface="Arial"/>
                <a:cs typeface="Arial"/>
              </a:defRPr>
            </a:lvl1pPr>
            <a:lvl2pPr algn="l">
              <a:defRPr sz="3675" b="1">
                <a:solidFill>
                  <a:srgbClr val="104D70"/>
                </a:solidFill>
                <a:latin typeface="Arial"/>
                <a:ea typeface="Arial"/>
                <a:cs typeface="Arial"/>
              </a:defRPr>
            </a:lvl2pPr>
            <a:lvl3pPr algn="l">
              <a:defRPr sz="3675" b="1">
                <a:solidFill>
                  <a:srgbClr val="104D70"/>
                </a:solidFill>
                <a:latin typeface="Arial"/>
                <a:ea typeface="Arial"/>
                <a:cs typeface="Arial"/>
              </a:defRPr>
            </a:lvl3pPr>
            <a:lvl4pPr algn="l">
              <a:defRPr sz="3675" b="1">
                <a:solidFill>
                  <a:srgbClr val="104D70"/>
                </a:solidFill>
                <a:latin typeface="Arial"/>
                <a:ea typeface="Arial"/>
                <a:cs typeface="Arial"/>
              </a:defRPr>
            </a:lvl4pPr>
            <a:lvl5pPr algn="l">
              <a:defRPr sz="3675" b="1">
                <a:solidFill>
                  <a:srgbClr val="104D70"/>
                </a:solidFill>
                <a:latin typeface="Arial"/>
                <a:ea typeface="Arial"/>
                <a:cs typeface="Arial"/>
              </a:defRPr>
            </a:lvl5pPr>
            <a:lvl6pPr algn="l">
              <a:defRPr sz="3675" b="1">
                <a:solidFill>
                  <a:srgbClr val="104D70"/>
                </a:solidFill>
                <a:latin typeface="Arial"/>
                <a:ea typeface="Arial"/>
                <a:cs typeface="Arial"/>
              </a:defRPr>
            </a:lvl6pPr>
            <a:lvl7pPr algn="l">
              <a:defRPr sz="3675" b="1">
                <a:solidFill>
                  <a:srgbClr val="104D70"/>
                </a:solidFill>
                <a:latin typeface="Arial"/>
                <a:ea typeface="Arial"/>
                <a:cs typeface="Arial"/>
              </a:defRPr>
            </a:lvl7pPr>
            <a:lvl8pPr algn="l">
              <a:defRPr sz="3675" b="1">
                <a:solidFill>
                  <a:srgbClr val="104D70"/>
                </a:solidFill>
                <a:latin typeface="Arial"/>
                <a:ea typeface="Arial"/>
                <a:cs typeface="Arial"/>
              </a:defRPr>
            </a:lvl8pPr>
            <a:lvl9pPr algn="l">
              <a:defRPr sz="3675" b="1">
                <a:solidFill>
                  <a:srgbClr val="104D70"/>
                </a:solidFill>
                <a:latin typeface="Arial"/>
                <a:ea typeface="Arial"/>
                <a:cs typeface="Arial"/>
              </a:defRPr>
            </a:lvl9pPr>
          </a:lstStyle>
          <a:p xmlns:a="http://schemas.openxmlformats.org/drawingml/2006/main">
            <a:pPr algn="l">
              <a:buNone/>
              <a:defRPr sz="3675" b="1">
                <a:solidFill>
                  <a:srgbClr val="104D70"/>
                </a:solidFill>
                <a:latin typeface="Arial"/>
                <a:ea typeface="Arial"/>
                <a:cs typeface="Arial"/>
              </a:defRPr>
            </a:pPr>
            <a:r>
              <a:rPr sz="3675" b="1">
                <a:solidFill>
                  <a:srgbClr val="104D70"/>
                </a:solidFill>
                <a:latin typeface="Arial"/>
                <a:ea typeface="Arial"/>
                <a:cs typeface="Arial"/>
              </a:rPr>
              <a:t>Continuar con mora como prioridad</a:t>
            </a:r>
          </a:p>
        </p:txBody>
      </p:sp>
      <p:sp>
        <p:nvSpPr>
          <p:cNvPr id="8" name="01">
            <a:extLst xmlns:a="http://schemas.openxmlformats.org/drawingml/2006/main">
              <a:ext uri="{FF2B5EF4-FFF2-40B4-BE49-F238E27FC236}">
                <a16:creationId xmlns:a16="http://schemas.microsoft.com/office/drawing/2014/main" id="{E35DFF19-80DC-49A1-8A42-7F81CC0D6324}"/>
              </a:ext>
            </a:extLst>
          </p:cNvPr>
          <p:cNvSpPr>
            <a:spLocks xmlns:a="http://schemas.openxmlformats.org/drawingml/2006/main" noGrp="1"/>
          </p:cNvSpPr>
          <p:nvPr/>
        </p:nvSpPr>
        <p:spPr>
          <a:xfrm xmlns:a="http://schemas.openxmlformats.org/drawingml/2006/main">
            <a:off x="457200" y="3143250"/>
            <a:ext cx="9048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3450" b="1">
                <a:solidFill>
                  <a:srgbClr val="10998D"/>
                </a:solidFill>
                <a:latin typeface="Arial"/>
                <a:ea typeface="Arial"/>
                <a:cs typeface="Arial"/>
              </a:defRPr>
            </a:defPPr>
            <a:lvl1pPr algn="l">
              <a:defRPr sz="3450" b="1">
                <a:solidFill>
                  <a:srgbClr val="10998D"/>
                </a:solidFill>
                <a:latin typeface="Arial"/>
                <a:ea typeface="Arial"/>
                <a:cs typeface="Arial"/>
              </a:defRPr>
            </a:lvl1pPr>
            <a:lvl2pPr algn="l">
              <a:defRPr sz="3450" b="1">
                <a:solidFill>
                  <a:srgbClr val="10998D"/>
                </a:solidFill>
                <a:latin typeface="Arial"/>
                <a:ea typeface="Arial"/>
                <a:cs typeface="Arial"/>
              </a:defRPr>
            </a:lvl2pPr>
            <a:lvl3pPr algn="l">
              <a:defRPr sz="3450" b="1">
                <a:solidFill>
                  <a:srgbClr val="10998D"/>
                </a:solidFill>
                <a:latin typeface="Arial"/>
                <a:ea typeface="Arial"/>
                <a:cs typeface="Arial"/>
              </a:defRPr>
            </a:lvl3pPr>
            <a:lvl4pPr algn="l">
              <a:defRPr sz="3450" b="1">
                <a:solidFill>
                  <a:srgbClr val="10998D"/>
                </a:solidFill>
                <a:latin typeface="Arial"/>
                <a:ea typeface="Arial"/>
                <a:cs typeface="Arial"/>
              </a:defRPr>
            </a:lvl4pPr>
            <a:lvl5pPr algn="l">
              <a:defRPr sz="3450" b="1">
                <a:solidFill>
                  <a:srgbClr val="10998D"/>
                </a:solidFill>
                <a:latin typeface="Arial"/>
                <a:ea typeface="Arial"/>
                <a:cs typeface="Arial"/>
              </a:defRPr>
            </a:lvl5pPr>
            <a:lvl6pPr algn="l">
              <a:defRPr sz="3450" b="1">
                <a:solidFill>
                  <a:srgbClr val="10998D"/>
                </a:solidFill>
                <a:latin typeface="Arial"/>
                <a:ea typeface="Arial"/>
                <a:cs typeface="Arial"/>
              </a:defRPr>
            </a:lvl6pPr>
            <a:lvl7pPr algn="l">
              <a:defRPr sz="3450" b="1">
                <a:solidFill>
                  <a:srgbClr val="10998D"/>
                </a:solidFill>
                <a:latin typeface="Arial"/>
                <a:ea typeface="Arial"/>
                <a:cs typeface="Arial"/>
              </a:defRPr>
            </a:lvl7pPr>
            <a:lvl8pPr algn="l">
              <a:defRPr sz="3450" b="1">
                <a:solidFill>
                  <a:srgbClr val="10998D"/>
                </a:solidFill>
                <a:latin typeface="Arial"/>
                <a:ea typeface="Arial"/>
                <a:cs typeface="Arial"/>
              </a:defRPr>
            </a:lvl8pPr>
            <a:lvl9pPr algn="l">
              <a:defRPr sz="3450" b="1">
                <a:solidFill>
                  <a:srgbClr val="10998D"/>
                </a:solidFill>
                <a:latin typeface="Arial"/>
                <a:ea typeface="Arial"/>
                <a:cs typeface="Arial"/>
              </a:defRPr>
            </a:lvl9pPr>
          </a:lstStyle>
          <a:p xmlns:a="http://schemas.openxmlformats.org/drawingml/2006/main">
            <a:pPr algn="l">
              <a:buNone/>
              <a:defRPr sz="3450" b="1">
                <a:solidFill>
                  <a:srgbClr val="10998D"/>
                </a:solidFill>
                <a:latin typeface="Arial"/>
                <a:ea typeface="Arial"/>
                <a:cs typeface="Arial"/>
              </a:defRPr>
            </a:pPr>
            <a:r>
              <a:rPr sz="3450" b="1">
                <a:solidFill>
                  <a:srgbClr val="10998D"/>
                </a:solidFill>
                <a:latin typeface="Arial"/>
                <a:ea typeface="Arial"/>
                <a:cs typeface="Arial"/>
              </a:rPr>
              <a:t>01</a:t>
            </a:r>
          </a:p>
        </p:txBody>
      </p:sp>
      <p:sp>
        <p:nvSpPr>
          <p:cNvPr id="9" name="Cerrar revisión e integración del incremento">
            <a:extLst xmlns:a="http://schemas.openxmlformats.org/drawingml/2006/main">
              <a:ext uri="{FF2B5EF4-FFF2-40B4-BE49-F238E27FC236}">
                <a16:creationId xmlns:a16="http://schemas.microsoft.com/office/drawing/2014/main" id="{0CBCE1A9-B40C-44D0-86D1-E08B84E9AE52}"/>
              </a:ext>
            </a:extLst>
          </p:cNvPr>
          <p:cNvSpPr>
            <a:spLocks xmlns:a="http://schemas.openxmlformats.org/drawingml/2006/main" noGrp="1"/>
          </p:cNvSpPr>
          <p:nvPr/>
        </p:nvSpPr>
        <p:spPr>
          <a:xfrm xmlns:a="http://schemas.openxmlformats.org/drawingml/2006/main">
            <a:off x="1600200" y="3171825"/>
            <a:ext cx="10001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325" b="0">
                <a:solidFill>
                  <a:srgbClr val="153444"/>
                </a:solidFill>
                <a:latin typeface="Arial"/>
                <a:ea typeface="Arial"/>
                <a:cs typeface="Arial"/>
              </a:defRPr>
            </a:defPPr>
            <a:lvl1pPr algn="l">
              <a:defRPr sz="2325" b="0">
                <a:solidFill>
                  <a:srgbClr val="153444"/>
                </a:solidFill>
                <a:latin typeface="Arial"/>
                <a:ea typeface="Arial"/>
                <a:cs typeface="Arial"/>
              </a:defRPr>
            </a:lvl1pPr>
            <a:lvl2pPr algn="l">
              <a:defRPr sz="2325" b="0">
                <a:solidFill>
                  <a:srgbClr val="153444"/>
                </a:solidFill>
                <a:latin typeface="Arial"/>
                <a:ea typeface="Arial"/>
                <a:cs typeface="Arial"/>
              </a:defRPr>
            </a:lvl2pPr>
            <a:lvl3pPr algn="l">
              <a:defRPr sz="2325" b="0">
                <a:solidFill>
                  <a:srgbClr val="153444"/>
                </a:solidFill>
                <a:latin typeface="Arial"/>
                <a:ea typeface="Arial"/>
                <a:cs typeface="Arial"/>
              </a:defRPr>
            </a:lvl3pPr>
            <a:lvl4pPr algn="l">
              <a:defRPr sz="2325" b="0">
                <a:solidFill>
                  <a:srgbClr val="153444"/>
                </a:solidFill>
                <a:latin typeface="Arial"/>
                <a:ea typeface="Arial"/>
                <a:cs typeface="Arial"/>
              </a:defRPr>
            </a:lvl4pPr>
            <a:lvl5pPr algn="l">
              <a:defRPr sz="2325" b="0">
                <a:solidFill>
                  <a:srgbClr val="153444"/>
                </a:solidFill>
                <a:latin typeface="Arial"/>
                <a:ea typeface="Arial"/>
                <a:cs typeface="Arial"/>
              </a:defRPr>
            </a:lvl5pPr>
            <a:lvl6pPr algn="l">
              <a:defRPr sz="2325" b="0">
                <a:solidFill>
                  <a:srgbClr val="153444"/>
                </a:solidFill>
                <a:latin typeface="Arial"/>
                <a:ea typeface="Arial"/>
                <a:cs typeface="Arial"/>
              </a:defRPr>
            </a:lvl6pPr>
            <a:lvl7pPr algn="l">
              <a:defRPr sz="2325" b="0">
                <a:solidFill>
                  <a:srgbClr val="153444"/>
                </a:solidFill>
                <a:latin typeface="Arial"/>
                <a:ea typeface="Arial"/>
                <a:cs typeface="Arial"/>
              </a:defRPr>
            </a:lvl7pPr>
            <a:lvl8pPr algn="l">
              <a:defRPr sz="2325" b="0">
                <a:solidFill>
                  <a:srgbClr val="153444"/>
                </a:solidFill>
                <a:latin typeface="Arial"/>
                <a:ea typeface="Arial"/>
                <a:cs typeface="Arial"/>
              </a:defRPr>
            </a:lvl8pPr>
            <a:lvl9pPr algn="l">
              <a:defRPr sz="2325" b="0">
                <a:solidFill>
                  <a:srgbClr val="153444"/>
                </a:solidFill>
                <a:latin typeface="Arial"/>
                <a:ea typeface="Arial"/>
                <a:cs typeface="Arial"/>
              </a:defRPr>
            </a:lvl9pPr>
          </a:lstStyle>
          <a:p xmlns:a="http://schemas.openxmlformats.org/drawingml/2006/main">
            <a:pPr algn="l">
              <a:buNone/>
              <a:defRPr sz="2325" b="0">
                <a:solidFill>
                  <a:srgbClr val="153444"/>
                </a:solidFill>
                <a:latin typeface="Arial"/>
                <a:ea typeface="Arial"/>
                <a:cs typeface="Arial"/>
              </a:defRPr>
            </a:pPr>
            <a:r>
              <a:rPr sz="2325" b="0">
                <a:solidFill>
                  <a:srgbClr val="153444"/>
                </a:solidFill>
                <a:latin typeface="Arial"/>
                <a:ea typeface="Arial"/>
                <a:cs typeface="Arial"/>
              </a:rPr>
              <a:t>Registrar la aceptación del incremento en Review</a:t>
            </a:r>
          </a:p>
        </p:txBody>
      </p:sp>
      <p:sp>
        <p:nvSpPr>
          <p:cNvPr id="10" name="02">
            <a:extLst xmlns:a="http://schemas.openxmlformats.org/drawingml/2006/main">
              <a:ext uri="{FF2B5EF4-FFF2-40B4-BE49-F238E27FC236}">
                <a16:creationId xmlns:a16="http://schemas.microsoft.com/office/drawing/2014/main" id="{B2A3B6A4-6471-40EB-A925-BD4D0B98570F}"/>
              </a:ext>
            </a:extLst>
          </p:cNvPr>
          <p:cNvSpPr>
            <a:spLocks xmlns:a="http://schemas.openxmlformats.org/drawingml/2006/main" noGrp="1"/>
          </p:cNvSpPr>
          <p:nvPr/>
        </p:nvSpPr>
        <p:spPr>
          <a:xfrm xmlns:a="http://schemas.openxmlformats.org/drawingml/2006/main">
            <a:off x="457200" y="4105275"/>
            <a:ext cx="9048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3450" b="1">
                <a:solidFill>
                  <a:srgbClr val="10998D"/>
                </a:solidFill>
                <a:latin typeface="Arial"/>
                <a:ea typeface="Arial"/>
                <a:cs typeface="Arial"/>
              </a:defRPr>
            </a:defPPr>
            <a:lvl1pPr algn="l">
              <a:defRPr sz="3450" b="1">
                <a:solidFill>
                  <a:srgbClr val="10998D"/>
                </a:solidFill>
                <a:latin typeface="Arial"/>
                <a:ea typeface="Arial"/>
                <a:cs typeface="Arial"/>
              </a:defRPr>
            </a:lvl1pPr>
            <a:lvl2pPr algn="l">
              <a:defRPr sz="3450" b="1">
                <a:solidFill>
                  <a:srgbClr val="10998D"/>
                </a:solidFill>
                <a:latin typeface="Arial"/>
                <a:ea typeface="Arial"/>
                <a:cs typeface="Arial"/>
              </a:defRPr>
            </a:lvl2pPr>
            <a:lvl3pPr algn="l">
              <a:defRPr sz="3450" b="1">
                <a:solidFill>
                  <a:srgbClr val="10998D"/>
                </a:solidFill>
                <a:latin typeface="Arial"/>
                <a:ea typeface="Arial"/>
                <a:cs typeface="Arial"/>
              </a:defRPr>
            </a:lvl3pPr>
            <a:lvl4pPr algn="l">
              <a:defRPr sz="3450" b="1">
                <a:solidFill>
                  <a:srgbClr val="10998D"/>
                </a:solidFill>
                <a:latin typeface="Arial"/>
                <a:ea typeface="Arial"/>
                <a:cs typeface="Arial"/>
              </a:defRPr>
            </a:lvl4pPr>
            <a:lvl5pPr algn="l">
              <a:defRPr sz="3450" b="1">
                <a:solidFill>
                  <a:srgbClr val="10998D"/>
                </a:solidFill>
                <a:latin typeface="Arial"/>
                <a:ea typeface="Arial"/>
                <a:cs typeface="Arial"/>
              </a:defRPr>
            </a:lvl5pPr>
            <a:lvl6pPr algn="l">
              <a:defRPr sz="3450" b="1">
                <a:solidFill>
                  <a:srgbClr val="10998D"/>
                </a:solidFill>
                <a:latin typeface="Arial"/>
                <a:ea typeface="Arial"/>
                <a:cs typeface="Arial"/>
              </a:defRPr>
            </a:lvl6pPr>
            <a:lvl7pPr algn="l">
              <a:defRPr sz="3450" b="1">
                <a:solidFill>
                  <a:srgbClr val="10998D"/>
                </a:solidFill>
                <a:latin typeface="Arial"/>
                <a:ea typeface="Arial"/>
                <a:cs typeface="Arial"/>
              </a:defRPr>
            </a:lvl7pPr>
            <a:lvl8pPr algn="l">
              <a:defRPr sz="3450" b="1">
                <a:solidFill>
                  <a:srgbClr val="10998D"/>
                </a:solidFill>
                <a:latin typeface="Arial"/>
                <a:ea typeface="Arial"/>
                <a:cs typeface="Arial"/>
              </a:defRPr>
            </a:lvl8pPr>
            <a:lvl9pPr algn="l">
              <a:defRPr sz="3450" b="1">
                <a:solidFill>
                  <a:srgbClr val="10998D"/>
                </a:solidFill>
                <a:latin typeface="Arial"/>
                <a:ea typeface="Arial"/>
                <a:cs typeface="Arial"/>
              </a:defRPr>
            </a:lvl9pPr>
          </a:lstStyle>
          <a:p xmlns:a="http://schemas.openxmlformats.org/drawingml/2006/main">
            <a:pPr algn="l">
              <a:buNone/>
              <a:defRPr sz="3450" b="1">
                <a:solidFill>
                  <a:srgbClr val="10998D"/>
                </a:solidFill>
                <a:latin typeface="Arial"/>
                <a:ea typeface="Arial"/>
                <a:cs typeface="Arial"/>
              </a:defRPr>
            </a:pPr>
            <a:r>
              <a:rPr sz="3450" b="1">
                <a:solidFill>
                  <a:srgbClr val="10998D"/>
                </a:solidFill>
                <a:latin typeface="Arial"/>
                <a:ea typeface="Arial"/>
                <a:cs typeface="Arial"/>
              </a:rPr>
              <a:t>02</a:t>
            </a:r>
          </a:p>
        </p:txBody>
      </p:sp>
      <p:sp>
        <p:nvSpPr>
          <p:cNvPr id="11" name="Nombrar responsable y fecha para el acceso a ">
            <a:extLst xmlns:a="http://schemas.openxmlformats.org/drawingml/2006/main">
              <a:ext uri="{FF2B5EF4-FFF2-40B4-BE49-F238E27FC236}">
                <a16:creationId xmlns:a16="http://schemas.microsoft.com/office/drawing/2014/main" id="{B5B3A9D7-5EE8-461D-9DF9-142FFC1F1CEB}"/>
              </a:ext>
            </a:extLst>
          </p:cNvPr>
          <p:cNvSpPr>
            <a:spLocks xmlns:a="http://schemas.openxmlformats.org/drawingml/2006/main" noGrp="1"/>
          </p:cNvSpPr>
          <p:nvPr/>
        </p:nvSpPr>
        <p:spPr>
          <a:xfrm xmlns:a="http://schemas.openxmlformats.org/drawingml/2006/main">
            <a:off x="1600200" y="4133850"/>
            <a:ext cx="10001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325" b="0">
                <a:solidFill>
                  <a:srgbClr val="153444"/>
                </a:solidFill>
                <a:latin typeface="Arial"/>
                <a:ea typeface="Arial"/>
                <a:cs typeface="Arial"/>
              </a:defRPr>
            </a:defPPr>
            <a:lvl1pPr algn="l">
              <a:defRPr sz="2325" b="0">
                <a:solidFill>
                  <a:srgbClr val="153444"/>
                </a:solidFill>
                <a:latin typeface="Arial"/>
                <a:ea typeface="Arial"/>
                <a:cs typeface="Arial"/>
              </a:defRPr>
            </a:lvl1pPr>
            <a:lvl2pPr algn="l">
              <a:defRPr sz="2325" b="0">
                <a:solidFill>
                  <a:srgbClr val="153444"/>
                </a:solidFill>
                <a:latin typeface="Arial"/>
                <a:ea typeface="Arial"/>
                <a:cs typeface="Arial"/>
              </a:defRPr>
            </a:lvl2pPr>
            <a:lvl3pPr algn="l">
              <a:defRPr sz="2325" b="0">
                <a:solidFill>
                  <a:srgbClr val="153444"/>
                </a:solidFill>
                <a:latin typeface="Arial"/>
                <a:ea typeface="Arial"/>
                <a:cs typeface="Arial"/>
              </a:defRPr>
            </a:lvl3pPr>
            <a:lvl4pPr algn="l">
              <a:defRPr sz="2325" b="0">
                <a:solidFill>
                  <a:srgbClr val="153444"/>
                </a:solidFill>
                <a:latin typeface="Arial"/>
                <a:ea typeface="Arial"/>
                <a:cs typeface="Arial"/>
              </a:defRPr>
            </a:lvl4pPr>
            <a:lvl5pPr algn="l">
              <a:defRPr sz="2325" b="0">
                <a:solidFill>
                  <a:srgbClr val="153444"/>
                </a:solidFill>
                <a:latin typeface="Arial"/>
                <a:ea typeface="Arial"/>
                <a:cs typeface="Arial"/>
              </a:defRPr>
            </a:lvl5pPr>
            <a:lvl6pPr algn="l">
              <a:defRPr sz="2325" b="0">
                <a:solidFill>
                  <a:srgbClr val="153444"/>
                </a:solidFill>
                <a:latin typeface="Arial"/>
                <a:ea typeface="Arial"/>
                <a:cs typeface="Arial"/>
              </a:defRPr>
            </a:lvl6pPr>
            <a:lvl7pPr algn="l">
              <a:defRPr sz="2325" b="0">
                <a:solidFill>
                  <a:srgbClr val="153444"/>
                </a:solidFill>
                <a:latin typeface="Arial"/>
                <a:ea typeface="Arial"/>
                <a:cs typeface="Arial"/>
              </a:defRPr>
            </a:lvl7pPr>
            <a:lvl8pPr algn="l">
              <a:defRPr sz="2325" b="0">
                <a:solidFill>
                  <a:srgbClr val="153444"/>
                </a:solidFill>
                <a:latin typeface="Arial"/>
                <a:ea typeface="Arial"/>
                <a:cs typeface="Arial"/>
              </a:defRPr>
            </a:lvl8pPr>
            <a:lvl9pPr algn="l">
              <a:defRPr sz="2325" b="0">
                <a:solidFill>
                  <a:srgbClr val="153444"/>
                </a:solidFill>
                <a:latin typeface="Arial"/>
                <a:ea typeface="Arial"/>
                <a:cs typeface="Arial"/>
              </a:defRPr>
            </a:lvl9pPr>
          </a:lstStyle>
          <a:p xmlns:a="http://schemas.openxmlformats.org/drawingml/2006/main">
            <a:pPr algn="l">
              <a:buNone/>
              <a:defRPr sz="2325" b="0">
                <a:solidFill>
                  <a:srgbClr val="153444"/>
                </a:solidFill>
                <a:latin typeface="Arial"/>
                <a:ea typeface="Arial"/>
                <a:cs typeface="Arial"/>
              </a:defRPr>
            </a:pPr>
            <a:r>
              <a:rPr sz="2325" b="0">
                <a:solidFill>
                  <a:srgbClr val="153444"/>
                </a:solidFill>
                <a:latin typeface="Arial"/>
                <a:ea typeface="Arial"/>
                <a:cs typeface="Arial"/>
              </a:rPr>
              <a:t>Nombrar responsable y fecha para el acceso a churn</a:t>
            </a:r>
          </a:p>
        </p:txBody>
      </p:sp>
      <p:sp>
        <p:nvSpPr>
          <p:cNvPr id="12" name="03">
            <a:extLst xmlns:a="http://schemas.openxmlformats.org/drawingml/2006/main">
              <a:ext uri="{FF2B5EF4-FFF2-40B4-BE49-F238E27FC236}">
                <a16:creationId xmlns:a16="http://schemas.microsoft.com/office/drawing/2014/main" id="{1C8E8E26-E8B6-4EC9-BE13-C94871E262C5}"/>
              </a:ext>
            </a:extLst>
          </p:cNvPr>
          <p:cNvSpPr>
            <a:spLocks xmlns:a="http://schemas.openxmlformats.org/drawingml/2006/main" noGrp="1"/>
          </p:cNvSpPr>
          <p:nvPr/>
        </p:nvSpPr>
        <p:spPr>
          <a:xfrm xmlns:a="http://schemas.openxmlformats.org/drawingml/2006/main">
            <a:off x="457200" y="5067300"/>
            <a:ext cx="9048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3450" b="1">
                <a:solidFill>
                  <a:srgbClr val="10998D"/>
                </a:solidFill>
                <a:latin typeface="Arial"/>
                <a:ea typeface="Arial"/>
                <a:cs typeface="Arial"/>
              </a:defRPr>
            </a:defPPr>
            <a:lvl1pPr algn="l">
              <a:defRPr sz="3450" b="1">
                <a:solidFill>
                  <a:srgbClr val="10998D"/>
                </a:solidFill>
                <a:latin typeface="Arial"/>
                <a:ea typeface="Arial"/>
                <a:cs typeface="Arial"/>
              </a:defRPr>
            </a:lvl1pPr>
            <a:lvl2pPr algn="l">
              <a:defRPr sz="3450" b="1">
                <a:solidFill>
                  <a:srgbClr val="10998D"/>
                </a:solidFill>
                <a:latin typeface="Arial"/>
                <a:ea typeface="Arial"/>
                <a:cs typeface="Arial"/>
              </a:defRPr>
            </a:lvl2pPr>
            <a:lvl3pPr algn="l">
              <a:defRPr sz="3450" b="1">
                <a:solidFill>
                  <a:srgbClr val="10998D"/>
                </a:solidFill>
                <a:latin typeface="Arial"/>
                <a:ea typeface="Arial"/>
                <a:cs typeface="Arial"/>
              </a:defRPr>
            </a:lvl3pPr>
            <a:lvl4pPr algn="l">
              <a:defRPr sz="3450" b="1">
                <a:solidFill>
                  <a:srgbClr val="10998D"/>
                </a:solidFill>
                <a:latin typeface="Arial"/>
                <a:ea typeface="Arial"/>
                <a:cs typeface="Arial"/>
              </a:defRPr>
            </a:lvl4pPr>
            <a:lvl5pPr algn="l">
              <a:defRPr sz="3450" b="1">
                <a:solidFill>
                  <a:srgbClr val="10998D"/>
                </a:solidFill>
                <a:latin typeface="Arial"/>
                <a:ea typeface="Arial"/>
                <a:cs typeface="Arial"/>
              </a:defRPr>
            </a:lvl5pPr>
            <a:lvl6pPr algn="l">
              <a:defRPr sz="3450" b="1">
                <a:solidFill>
                  <a:srgbClr val="10998D"/>
                </a:solidFill>
                <a:latin typeface="Arial"/>
                <a:ea typeface="Arial"/>
                <a:cs typeface="Arial"/>
              </a:defRPr>
            </a:lvl6pPr>
            <a:lvl7pPr algn="l">
              <a:defRPr sz="3450" b="1">
                <a:solidFill>
                  <a:srgbClr val="10998D"/>
                </a:solidFill>
                <a:latin typeface="Arial"/>
                <a:ea typeface="Arial"/>
                <a:cs typeface="Arial"/>
              </a:defRPr>
            </a:lvl7pPr>
            <a:lvl8pPr algn="l">
              <a:defRPr sz="3450" b="1">
                <a:solidFill>
                  <a:srgbClr val="10998D"/>
                </a:solidFill>
                <a:latin typeface="Arial"/>
                <a:ea typeface="Arial"/>
                <a:cs typeface="Arial"/>
              </a:defRPr>
            </a:lvl8pPr>
            <a:lvl9pPr algn="l">
              <a:defRPr sz="3450" b="1">
                <a:solidFill>
                  <a:srgbClr val="10998D"/>
                </a:solidFill>
                <a:latin typeface="Arial"/>
                <a:ea typeface="Arial"/>
                <a:cs typeface="Arial"/>
              </a:defRPr>
            </a:lvl9pPr>
          </a:lstStyle>
          <a:p xmlns:a="http://schemas.openxmlformats.org/drawingml/2006/main">
            <a:pPr algn="l">
              <a:buNone/>
              <a:defRPr sz="3450" b="1">
                <a:solidFill>
                  <a:srgbClr val="10998D"/>
                </a:solidFill>
                <a:latin typeface="Arial"/>
                <a:ea typeface="Arial"/>
                <a:cs typeface="Arial"/>
              </a:defRPr>
            </a:pPr>
            <a:r>
              <a:rPr sz="3450" b="1">
                <a:solidFill>
                  <a:srgbClr val="10998D"/>
                </a:solidFill>
                <a:latin typeface="Arial"/>
                <a:ea typeface="Arial"/>
                <a:cs typeface="Arial"/>
              </a:rPr>
              <a:t>03</a:t>
            </a:r>
          </a:p>
        </p:txBody>
      </p:sp>
      <p:sp>
        <p:nvSpPr>
          <p:cNvPr id="13" name="Repriorizar M4 sin prometer más que la capaci">
            <a:extLst xmlns:a="http://schemas.openxmlformats.org/drawingml/2006/main">
              <a:ext uri="{FF2B5EF4-FFF2-40B4-BE49-F238E27FC236}">
                <a16:creationId xmlns:a16="http://schemas.microsoft.com/office/drawing/2014/main" id="{F0A41E40-7279-44A4-8E4A-AA1A4E74FA31}"/>
              </a:ext>
            </a:extLst>
          </p:cNvPr>
          <p:cNvSpPr>
            <a:spLocks xmlns:a="http://schemas.openxmlformats.org/drawingml/2006/main" noGrp="1"/>
          </p:cNvSpPr>
          <p:nvPr/>
        </p:nvSpPr>
        <p:spPr>
          <a:xfrm xmlns:a="http://schemas.openxmlformats.org/drawingml/2006/main">
            <a:off x="1600200" y="5095875"/>
            <a:ext cx="10001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325" b="0">
                <a:solidFill>
                  <a:srgbClr val="153444"/>
                </a:solidFill>
                <a:latin typeface="Arial"/>
                <a:ea typeface="Arial"/>
                <a:cs typeface="Arial"/>
              </a:defRPr>
            </a:defPPr>
            <a:lvl1pPr algn="l">
              <a:defRPr sz="2325" b="0">
                <a:solidFill>
                  <a:srgbClr val="153444"/>
                </a:solidFill>
                <a:latin typeface="Arial"/>
                <a:ea typeface="Arial"/>
                <a:cs typeface="Arial"/>
              </a:defRPr>
            </a:lvl1pPr>
            <a:lvl2pPr algn="l">
              <a:defRPr sz="2325" b="0">
                <a:solidFill>
                  <a:srgbClr val="153444"/>
                </a:solidFill>
                <a:latin typeface="Arial"/>
                <a:ea typeface="Arial"/>
                <a:cs typeface="Arial"/>
              </a:defRPr>
            </a:lvl2pPr>
            <a:lvl3pPr algn="l">
              <a:defRPr sz="2325" b="0">
                <a:solidFill>
                  <a:srgbClr val="153444"/>
                </a:solidFill>
                <a:latin typeface="Arial"/>
                <a:ea typeface="Arial"/>
                <a:cs typeface="Arial"/>
              </a:defRPr>
            </a:lvl3pPr>
            <a:lvl4pPr algn="l">
              <a:defRPr sz="2325" b="0">
                <a:solidFill>
                  <a:srgbClr val="153444"/>
                </a:solidFill>
                <a:latin typeface="Arial"/>
                <a:ea typeface="Arial"/>
                <a:cs typeface="Arial"/>
              </a:defRPr>
            </a:lvl4pPr>
            <a:lvl5pPr algn="l">
              <a:defRPr sz="2325" b="0">
                <a:solidFill>
                  <a:srgbClr val="153444"/>
                </a:solidFill>
                <a:latin typeface="Arial"/>
                <a:ea typeface="Arial"/>
                <a:cs typeface="Arial"/>
              </a:defRPr>
            </a:lvl5pPr>
            <a:lvl6pPr algn="l">
              <a:defRPr sz="2325" b="0">
                <a:solidFill>
                  <a:srgbClr val="153444"/>
                </a:solidFill>
                <a:latin typeface="Arial"/>
                <a:ea typeface="Arial"/>
                <a:cs typeface="Arial"/>
              </a:defRPr>
            </a:lvl6pPr>
            <a:lvl7pPr algn="l">
              <a:defRPr sz="2325" b="0">
                <a:solidFill>
                  <a:srgbClr val="153444"/>
                </a:solidFill>
                <a:latin typeface="Arial"/>
                <a:ea typeface="Arial"/>
                <a:cs typeface="Arial"/>
              </a:defRPr>
            </a:lvl7pPr>
            <a:lvl8pPr algn="l">
              <a:defRPr sz="2325" b="0">
                <a:solidFill>
                  <a:srgbClr val="153444"/>
                </a:solidFill>
                <a:latin typeface="Arial"/>
                <a:ea typeface="Arial"/>
                <a:cs typeface="Arial"/>
              </a:defRPr>
            </a:lvl8pPr>
            <a:lvl9pPr algn="l">
              <a:defRPr sz="2325" b="0">
                <a:solidFill>
                  <a:srgbClr val="153444"/>
                </a:solidFill>
                <a:latin typeface="Arial"/>
                <a:ea typeface="Arial"/>
                <a:cs typeface="Arial"/>
              </a:defRPr>
            </a:lvl9pPr>
          </a:lstStyle>
          <a:p xmlns:a="http://schemas.openxmlformats.org/drawingml/2006/main">
            <a:pPr algn="l">
              <a:buNone/>
              <a:defRPr sz="2325" b="0">
                <a:solidFill>
                  <a:srgbClr val="153444"/>
                </a:solidFill>
                <a:latin typeface="Arial"/>
                <a:ea typeface="Arial"/>
                <a:cs typeface="Arial"/>
              </a:defRPr>
            </a:pPr>
            <a:r>
              <a:rPr sz="2325" b="0">
                <a:solidFill>
                  <a:srgbClr val="153444"/>
                </a:solidFill>
                <a:latin typeface="Arial"/>
                <a:ea typeface="Arial"/>
                <a:cs typeface="Arial"/>
              </a:rPr>
              <a:t>Repriorizar M4 sin prometer más que la capacidad</a:t>
            </a:r>
          </a:p>
        </p:txBody>
      </p:sp>
      <p:sp>
        <p:nvSpPr>
          <p:cNvPr id="14" name="Beneficio demostrado: trazabilidad y controle">
            <a:extLst xmlns:a="http://schemas.openxmlformats.org/drawingml/2006/main">
              <a:ext uri="{FF2B5EF4-FFF2-40B4-BE49-F238E27FC236}">
                <a16:creationId xmlns:a16="http://schemas.microsoft.com/office/drawing/2014/main" id="{0CA53A25-5C08-44CA-A667-312AC6682EDA}"/>
              </a:ext>
            </a:extLst>
          </p:cNvPr>
          <p:cNvSpPr>
            <a:spLocks xmlns:a="http://schemas.openxmlformats.org/drawingml/2006/main" noGrp="1"/>
          </p:cNvSpPr>
          <p:nvPr/>
        </p:nvSpPr>
        <p:spPr>
          <a:xfrm xmlns:a="http://schemas.openxmlformats.org/drawingml/2006/main">
            <a:off x="457200" y="6191250"/>
            <a:ext cx="11277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125" b="0">
                <a:solidFill>
                  <a:srgbClr val="55707D"/>
                </a:solidFill>
                <a:latin typeface="Arial"/>
                <a:ea typeface="Arial"/>
                <a:cs typeface="Arial"/>
              </a:defRPr>
            </a:defPPr>
            <a:lvl1pPr algn="l">
              <a:defRPr sz="1125" b="0">
                <a:solidFill>
                  <a:srgbClr val="55707D"/>
                </a:solidFill>
                <a:latin typeface="Arial"/>
                <a:ea typeface="Arial"/>
                <a:cs typeface="Arial"/>
              </a:defRPr>
            </a:lvl1pPr>
            <a:lvl2pPr algn="l">
              <a:defRPr sz="1125" b="0">
                <a:solidFill>
                  <a:srgbClr val="55707D"/>
                </a:solidFill>
                <a:latin typeface="Arial"/>
                <a:ea typeface="Arial"/>
                <a:cs typeface="Arial"/>
              </a:defRPr>
            </a:lvl2pPr>
            <a:lvl3pPr algn="l">
              <a:defRPr sz="1125" b="0">
                <a:solidFill>
                  <a:srgbClr val="55707D"/>
                </a:solidFill>
                <a:latin typeface="Arial"/>
                <a:ea typeface="Arial"/>
                <a:cs typeface="Arial"/>
              </a:defRPr>
            </a:lvl3pPr>
            <a:lvl4pPr algn="l">
              <a:defRPr sz="1125" b="0">
                <a:solidFill>
                  <a:srgbClr val="55707D"/>
                </a:solidFill>
                <a:latin typeface="Arial"/>
                <a:ea typeface="Arial"/>
                <a:cs typeface="Arial"/>
              </a:defRPr>
            </a:lvl4pPr>
            <a:lvl5pPr algn="l">
              <a:defRPr sz="1125" b="0">
                <a:solidFill>
                  <a:srgbClr val="55707D"/>
                </a:solidFill>
                <a:latin typeface="Arial"/>
                <a:ea typeface="Arial"/>
                <a:cs typeface="Arial"/>
              </a:defRPr>
            </a:lvl5pPr>
            <a:lvl6pPr algn="l">
              <a:defRPr sz="1125" b="0">
                <a:solidFill>
                  <a:srgbClr val="55707D"/>
                </a:solidFill>
                <a:latin typeface="Arial"/>
                <a:ea typeface="Arial"/>
                <a:cs typeface="Arial"/>
              </a:defRPr>
            </a:lvl6pPr>
            <a:lvl7pPr algn="l">
              <a:defRPr sz="1125" b="0">
                <a:solidFill>
                  <a:srgbClr val="55707D"/>
                </a:solidFill>
                <a:latin typeface="Arial"/>
                <a:ea typeface="Arial"/>
                <a:cs typeface="Arial"/>
              </a:defRPr>
            </a:lvl7pPr>
            <a:lvl8pPr algn="l">
              <a:defRPr sz="1125" b="0">
                <a:solidFill>
                  <a:srgbClr val="55707D"/>
                </a:solidFill>
                <a:latin typeface="Arial"/>
                <a:ea typeface="Arial"/>
                <a:cs typeface="Arial"/>
              </a:defRPr>
            </a:lvl8pPr>
            <a:lvl9pPr algn="l">
              <a:defRPr sz="1125" b="0">
                <a:solidFill>
                  <a:srgbClr val="55707D"/>
                </a:solidFill>
                <a:latin typeface="Arial"/>
                <a:ea typeface="Arial"/>
                <a:cs typeface="Arial"/>
              </a:defRPr>
            </a:lvl9pPr>
          </a:lstStyle>
          <a:p xmlns:a="http://schemas.openxmlformats.org/drawingml/2006/main">
            <a:pPr algn="l">
              <a:buNone/>
              <a:defRPr sz="1125" b="0">
                <a:solidFill>
                  <a:srgbClr val="55707D"/>
                </a:solidFill>
                <a:latin typeface="Arial"/>
                <a:ea typeface="Arial"/>
                <a:cs typeface="Arial"/>
              </a:defRPr>
            </a:pPr>
            <a:r>
              <a:rPr sz="1125" b="0">
                <a:solidFill>
                  <a:srgbClr val="55707D"/>
                </a:solidFill>
                <a:latin typeface="Arial"/>
                <a:ea typeface="Arial"/>
                <a:cs typeface="Arial"/>
              </a:rPr>
              <a:t>Beneficio demostrado: trazabilidad y controles reproducibles. El impacto financiero se validará en el piloto.</a:t>
            </a:r>
          </a:p>
        </p:txBody>
      </p:sp>
    </p:spTree>
    <p:extLst>
      <p:ext uri="{BB962C8B-B14F-4D97-AF65-F5344CB8AC3E}">
        <p14:creationId xmlns:p14="http://schemas.microsoft.com/office/powerpoint/2010/main" val="179707254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2026-10-17T04:06:55.1910000Z</dcterms:created>
  <dcterms:modified xsi:type="dcterms:W3CDTF">2026-10-17T04:06:55.1910000Z</dcterms:modified>
</coreProperties>
</file>